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3" name="Google Shape;19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9" name="Google Shape;20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7" name="Google Shape;22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" name="Google Shape;13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18" name="Google Shape;18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5" name="Google Shape;25;p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4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2" name="Google Shape;32;p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5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39" name="Google Shape;39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6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47" name="Google Shape;47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7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7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57" name="Google Shape;57;p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8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63" name="Google Shape;63;p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9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9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1" name="Google Shape;71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0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0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74" name="Google Shape;74;p10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1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anoramic Picture with Caption">
  <p:cSld name="Panoramic Picture with Caption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79" name="Google Shape;79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1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82" name="Google Shape;82;p11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83" name="Google Shape;83;p1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aption">
  <p:cSld name="Title and Caption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87" name="Google Shape;87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2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2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0" name="Google Shape;90;p1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1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1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with Caption">
  <p:cSld name="Quote with Caption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94" name="Google Shape;94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98" name="Google Shape;98;p1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wentieth Century"/>
              <a:buNone/>
            </a:pPr>
            <a:r>
              <a:rPr b="0" i="0" lang="en-IN" sz="8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me Card">
  <p:cSld name="Name Card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4" name="Google Shape;10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07" name="Google Shape;107;p1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1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">
  <p:cSld name="3 Column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1" name="Google Shape;111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7" name="Google Shape;117;p15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15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19" name="Google Shape;119;p1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Picture Column">
  <p:cSld name="3 Picture Column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6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16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27" name="Google Shape;127;p16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28" name="Google Shape;128;p16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9" name="Google Shape;129;p16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30" name="Google Shape;130;p16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1" name="Google Shape;131;p16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32" name="Google Shape;132;p16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0"/>
            <a:headEnd len="sm" w="sm" type="none"/>
            <a:tailEnd len="sm" w="sm" type="none"/>
          </a:ln>
        </p:spPr>
      </p:sp>
      <p:sp>
        <p:nvSpPr>
          <p:cNvPr id="133" name="Google Shape;133;p16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34" name="Google Shape;134;p1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1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1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8" name="Google Shape;13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7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1" name="Google Shape;141;p1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1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3" name="Google Shape;143;p1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5" name="Google Shape;145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8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8" name="Google Shape;148;p1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5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3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4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5.xml"/><Relationship Id="rId18" Type="http://schemas.openxmlformats.org/officeDocument/2006/relationships/slideLayout" Target="../slideLayouts/slideLayout17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/>
          <p:nvPr/>
        </p:nvSpPr>
        <p:spPr>
          <a:xfrm>
            <a:off x="129075" y="3448725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Internship: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Infosys Springboard Virtual Internship 7.0 </a:t>
            </a:r>
            <a:endParaRPr b="1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6" name="Google Shape;156;p19"/>
          <p:cNvSpPr txBox="1"/>
          <p:nvPr/>
        </p:nvSpPr>
        <p:spPr>
          <a:xfrm>
            <a:off x="0" y="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Supply Chain Visibility System with Optimization Analytics Group 1</a:t>
            </a:r>
            <a:endParaRPr b="1" i="0" sz="3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7" name="Google Shape;157;p19"/>
          <p:cNvSpPr txBox="1"/>
          <p:nvPr/>
        </p:nvSpPr>
        <p:spPr>
          <a:xfrm>
            <a:off x="129075" y="4606875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Mentor: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Ms. Nityasree  </a:t>
            </a:r>
            <a:endParaRPr b="0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8" name="Google Shape;158;p19"/>
          <p:cNvSpPr txBox="1"/>
          <p:nvPr/>
        </p:nvSpPr>
        <p:spPr>
          <a:xfrm>
            <a:off x="0" y="1087600"/>
            <a:ext cx="12192000" cy="18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IN" sz="2000">
                <a:solidFill>
                  <a:schemeClr val="dk1"/>
                </a:solidFill>
              </a:rPr>
              <a:t>An interactive Power BI-based solution for analyzing supply chain performance and generating meaningful business insights. </a:t>
            </a:r>
            <a:endParaRPr i="1" sz="20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0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59" name="Google Shape;159;p19"/>
          <p:cNvSpPr txBox="1"/>
          <p:nvPr/>
        </p:nvSpPr>
        <p:spPr>
          <a:xfrm>
            <a:off x="0" y="2377425"/>
            <a:ext cx="12192000" cy="107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Team Member: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Kapu Tejaswini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/>
          <p:nvPr/>
        </p:nvSpPr>
        <p:spPr>
          <a:xfrm>
            <a:off x="520900" y="748725"/>
            <a:ext cx="11408400" cy="63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Objective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analyze supply chain performance using real-world supply chain data.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clean and transform raw data into an analysis-ready format.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analyze sales, products, customers, delivery, shipping, orders, discounts, and profitability.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develop interactive dashboards for data-driven decision-making.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Project Modules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Collection &amp; Understanding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Preprocessing &amp; Cleaning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BI Dashboard Development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Analysis &amp; Insights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Recommendations &amp; Reporting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0" y="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OBJECTIVE</a:t>
            </a:r>
            <a:endParaRPr b="1" i="0" sz="3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1"/>
          <p:cNvSpPr txBox="1"/>
          <p:nvPr/>
        </p:nvSpPr>
        <p:spPr>
          <a:xfrm>
            <a:off x="0" y="0"/>
            <a:ext cx="12192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en-IN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EXECUTION MILESTONES </a:t>
            </a:r>
            <a:endParaRPr b="1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1" name="Google Shape;171;p21"/>
          <p:cNvSpPr txBox="1"/>
          <p:nvPr/>
        </p:nvSpPr>
        <p:spPr>
          <a:xfrm>
            <a:off x="0" y="597775"/>
            <a:ext cx="12192000" cy="66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Milestone 1 – Data Preprocessing &amp; Cleaning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Collected and studied the DataCo Supply Chain Dataset, performed data preprocessing and cleaning using Power Query Editor, removed unnecessary data, corrected data types, handled duplicates and prepared the final analysis-ready dataset.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Milestone 2 – Initial Dashboard Development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the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Supply Chain Performance Dashboard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Product Performance &amp; Pricing Dashboard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analyze overall supply chain performance, products, categories, departments, pricing and sales.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Milestone 3 – Detailed Business Analysis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the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&amp; Geographic Analysis Dashboard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Delivery &amp; Shipping Performance Dashboard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and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Regional &amp; Market Performance Dashboard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analyze customers, geography, delivery, shipping, markets and regional performance.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Milestone 4 – Final Dashboard Development</a:t>
            </a:r>
            <a:endParaRPr b="1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</a:pP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Developed the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Order &amp; Discount Performance Dashboard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Profitability &amp; Order Insights Dashboard</a:t>
            </a:r>
            <a:r>
              <a:rPr b="0" i="0" lang="en-IN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completing the seven-dashboard analysis covering orders, discounts, departments, shipping modes, profitability and order status.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/>
        </p:nvSpPr>
        <p:spPr>
          <a:xfrm>
            <a:off x="0" y="0"/>
            <a:ext cx="12222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CHALLENGES &amp; RESOLUTIONS </a:t>
            </a:r>
            <a:endParaRPr b="1" i="0" sz="3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77" name="Google Shape;177;p22"/>
          <p:cNvSpPr txBox="1"/>
          <p:nvPr/>
        </p:nvSpPr>
        <p:spPr>
          <a:xfrm>
            <a:off x="0" y="764875"/>
            <a:ext cx="12192000" cy="6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Challenges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raw dataset contained a large number of columns and records, making it difficult to identify the required information.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Some columns required data-type corrections, transformations, and cleaning before analysis.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business aspects had to be represented using suitable and non-repetitive Power BI visualizations.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Resolutions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Studied the dataset structure and identified relevant columns based on the dashboard requirements.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Used </a:t>
            </a:r>
            <a:r>
              <a:rPr b="1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Query Editor</a:t>
            </a: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to clean, transform, rename, and prepare the dataset.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83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AutoNum type="arabicPeriod"/>
            </a:pPr>
            <a:r>
              <a:rPr b="0" i="0" lang="en-IN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Selected appropriate Power BI visuals for each analysis and divided the project into seven focused dashboards.</a:t>
            </a:r>
            <a:endParaRPr b="0" i="0" sz="2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3"/>
          <p:cNvSpPr txBox="1"/>
          <p:nvPr/>
        </p:nvSpPr>
        <p:spPr>
          <a:xfrm>
            <a:off x="0" y="13555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FUTURE ENHANCEMENTS &amp; KEY INSIGHTS </a:t>
            </a:r>
            <a:endParaRPr b="1" i="0" sz="3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3" name="Google Shape;183;p23"/>
          <p:cNvSpPr txBox="1"/>
          <p:nvPr/>
        </p:nvSpPr>
        <p:spPr>
          <a:xfrm>
            <a:off x="277550" y="955275"/>
            <a:ext cx="11844300" cy="50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Future Enhancements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Integrate real-time supply chain data for continuous monitoring.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Add sales and demand forecasting capabilities.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Develop predictive analysis for potential late deliveries.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Introduce advanced analytics and automation for better decision-making.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Key Insights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More than </a:t>
            </a: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180K orders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were analyzed, indicating large-scale supply chain activity.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Europe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emerged as a strong-performing market in terms of sales.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1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Late deliveries</a:t>
            </a: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highlighted an important area for logistics improvement.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4"/>
          <p:cNvSpPr txBox="1"/>
          <p:nvPr/>
        </p:nvSpPr>
        <p:spPr>
          <a:xfrm>
            <a:off x="0" y="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CONCLUSION </a:t>
            </a:r>
            <a:endParaRPr b="1" i="0" sz="3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89" name="Google Shape;189;p24"/>
          <p:cNvSpPr txBox="1"/>
          <p:nvPr/>
        </p:nvSpPr>
        <p:spPr>
          <a:xfrm>
            <a:off x="-75" y="813275"/>
            <a:ext cx="12192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IN" sz="2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 Supply Chain Visibility System with Optimization Analytics project successfully transformed the DataCo Supply Chain Dataset into an interactive Power BI-based Business Intelligence solution. </a:t>
            </a:r>
            <a:endParaRPr b="0" i="0" sz="24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0" name="Google Shape;190;p24"/>
          <p:cNvSpPr txBox="1"/>
          <p:nvPr/>
        </p:nvSpPr>
        <p:spPr>
          <a:xfrm>
            <a:off x="438900" y="1903450"/>
            <a:ext cx="11408400" cy="509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Technical Skills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BI &amp; Dashboard Development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Power Query Data Preprocessing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Visualization &amp; Business Analysis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i="0" lang="en-IN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Soft Skills</a:t>
            </a:r>
            <a:endParaRPr b="1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Solving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Communication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Time Management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810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●"/>
            </a:pPr>
            <a:r>
              <a:rPr b="0" i="0" lang="en-IN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Presentation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 txBox="1"/>
          <p:nvPr/>
        </p:nvSpPr>
        <p:spPr>
          <a:xfrm>
            <a:off x="0" y="0"/>
            <a:ext cx="12192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ACKNOWLEDGEMENTS </a:t>
            </a:r>
            <a:r>
              <a:rPr b="1" lang="en-IN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&amp; REFERENCES</a:t>
            </a:r>
            <a:endParaRPr b="1" i="0" sz="3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6" name="Google Shape;196;p25"/>
          <p:cNvSpPr txBox="1"/>
          <p:nvPr/>
        </p:nvSpPr>
        <p:spPr>
          <a:xfrm>
            <a:off x="553050" y="1232825"/>
            <a:ext cx="110859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7" name="Google Shape;197;p25"/>
          <p:cNvSpPr txBox="1"/>
          <p:nvPr/>
        </p:nvSpPr>
        <p:spPr>
          <a:xfrm>
            <a:off x="182850" y="646500"/>
            <a:ext cx="11343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lang="en-IN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Acknowledgements :</a:t>
            </a:r>
            <a:endParaRPr b="1"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8" name="Google Shape;198;p25"/>
          <p:cNvSpPr txBox="1"/>
          <p:nvPr/>
        </p:nvSpPr>
        <p:spPr>
          <a:xfrm>
            <a:off x="997675" y="1458225"/>
            <a:ext cx="83514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Char char="●"/>
            </a:pPr>
            <a:r>
              <a:rPr lang="en-IN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Infosys Virtual Internship 7.0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Char char="●"/>
            </a:pPr>
            <a:r>
              <a:rPr lang="en-IN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Project Mentor : Nityasree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Char char="●"/>
            </a:pPr>
            <a:r>
              <a:rPr lang="en-IN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Team Members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199" name="Google Shape;199;p25"/>
          <p:cNvSpPr txBox="1"/>
          <p:nvPr/>
        </p:nvSpPr>
        <p:spPr>
          <a:xfrm>
            <a:off x="309800" y="3100950"/>
            <a:ext cx="9294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b="1" lang="en-IN" sz="30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References :</a:t>
            </a:r>
            <a:endParaRPr b="1" sz="3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00" name="Google Shape;200;p25"/>
          <p:cNvSpPr txBox="1"/>
          <p:nvPr/>
        </p:nvSpPr>
        <p:spPr>
          <a:xfrm>
            <a:off x="997675" y="4055250"/>
            <a:ext cx="92946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Char char="●"/>
            </a:pPr>
            <a:r>
              <a:rPr lang="en-IN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DataCo Supply Chain Dataset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Char char="●"/>
            </a:pPr>
            <a:r>
              <a:rPr lang="en-IN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Microsoft Power BI Documentation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Char char="●"/>
            </a:pPr>
            <a:r>
              <a:rPr lang="en-IN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Microsoft Power Query Documentation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-4064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wentieth Century"/>
              <a:buChar char="●"/>
            </a:pPr>
            <a:r>
              <a:rPr lang="en-IN" sz="2800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Infosys Springboard Learning Materials</a:t>
            </a:r>
            <a:endParaRPr sz="28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6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Dashboard-1 : Supply Chain Performance Dashboard</a:t>
            </a:r>
            <a:endParaRPr b="1" i="0" sz="2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06" name="Google Shape;20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39525"/>
            <a:ext cx="12191999" cy="621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7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Dashboard-2 : Product Performance &amp; Pricing Dashboard</a:t>
            </a:r>
            <a:endParaRPr b="1" i="0" sz="2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12" name="Google Shape;212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5000"/>
            <a:ext cx="12192001" cy="62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8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Dashboard-3 : Customer &amp; Geographic Analysis Dashboard</a:t>
            </a:r>
            <a:endParaRPr b="1" i="0" sz="2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18" name="Google Shape;218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5000"/>
            <a:ext cx="12192000" cy="62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Dashboard-4 : Delivery Status by Shipping Mode</a:t>
            </a:r>
            <a:endParaRPr b="1" i="0" sz="2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24" name="Google Shape;224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5000"/>
            <a:ext cx="12192000" cy="6273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0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Dashboard-5 : Regional &amp; Market Performance Dashboard</a:t>
            </a:r>
            <a:endParaRPr b="1" i="0" sz="2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30" name="Google Shape;23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75" y="658250"/>
            <a:ext cx="12192001" cy="6199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1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Dashboard-6 : Order &amp; Discount Performance Dashboard</a:t>
            </a:r>
            <a:endParaRPr b="1" i="0" sz="2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36" name="Google Shape;236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5000"/>
            <a:ext cx="12192000" cy="62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 txBox="1"/>
          <p:nvPr/>
        </p:nvSpPr>
        <p:spPr>
          <a:xfrm>
            <a:off x="0" y="0"/>
            <a:ext cx="12192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1" i="0" lang="en-IN" sz="2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Dashboard-7 : Profitability &amp; Order Insights Dashboard</a:t>
            </a:r>
            <a:endParaRPr b="1" i="0" sz="2600" u="none" cap="none" strike="noStrike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pic>
        <p:nvPicPr>
          <p:cNvPr id="242" name="Google Shape;242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85000"/>
            <a:ext cx="12192000" cy="627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7" name="Google Shape;247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roplet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