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27c1d4e8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727c1d4e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27c1d4e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27c1d4e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727c1d4e8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727c1d4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27c1d4e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727c1d4e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27c1d4e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27c1d4e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727c1d4e8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727c1d4e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5" name="Google Shape;2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9" name="Google Shape;3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7" name="Google Shape;5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1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27" name="Google Shape;127;p1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1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30" name="Google Shape;130;p1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1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33" name="Google Shape;133;p1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29075" y="3448725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</a:rPr>
              <a:t>Internship:</a:t>
            </a:r>
            <a:r>
              <a:rPr lang="en-IN" sz="2400">
                <a:solidFill>
                  <a:schemeClr val="dk1"/>
                </a:solidFill>
              </a:rPr>
              <a:t> Infosys Springboard Virtual Internship 7.0 </a:t>
            </a:r>
            <a:endParaRPr b="1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0" y="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Supply Chain Visibility System with Optimization Analytics Group 1</a:t>
            </a:r>
            <a:endParaRPr b="1" i="0" sz="3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29075" y="4606875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</a:rPr>
              <a:t>Mentor:</a:t>
            </a:r>
            <a:r>
              <a:rPr lang="en-IN" sz="2400">
                <a:solidFill>
                  <a:schemeClr val="dk1"/>
                </a:solidFill>
              </a:rPr>
              <a:t> Ms. Nityasree  </a:t>
            </a:r>
            <a:endParaRPr b="0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29075" y="1087600"/>
            <a:ext cx="12192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IN" sz="2000">
                <a:solidFill>
                  <a:schemeClr val="dk1"/>
                </a:solidFill>
              </a:rPr>
              <a:t>Interactive Supply Chain Analysis and Business Intelligence using Power BI</a:t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0" y="2377425"/>
            <a:ext cx="12192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</a:rPr>
              <a:t>       Team Member:</a:t>
            </a:r>
            <a:r>
              <a:rPr lang="en-IN" sz="2400">
                <a:solidFill>
                  <a:schemeClr val="dk1"/>
                </a:solidFill>
              </a:rPr>
              <a:t> Kapu Tejaswini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520900" y="748725"/>
            <a:ext cx="11408400" cy="6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Project Objective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To analyze supply chain performance using real-world supply chain data.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To clean and transform raw data into an analysis-ready format.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To analyze sales, products, customers, delivery, shipping, orders, discounts, and profitability.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To develop interactive dashboards for data-driven decision-making.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Project Modules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Data Collection &amp; Understanding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Data Preprocessing &amp; Cleaning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Power BI Dashboard Development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Business Analysis &amp; Insights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Recommendations &amp; Reporting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0" y="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OBJECTIVE</a:t>
            </a:r>
            <a:endParaRPr b="1"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0" y="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EXECUTION MILESTONES </a:t>
            </a:r>
            <a:endParaRPr b="1"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0" y="597775"/>
            <a:ext cx="12192000" cy="6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Milestone 1 – Data Preprocessing &amp; Cleaning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Collected and studied the DataCo Supply Chain Dataset, performed data preprocessing and cleaning using Power Query Editor, removed unnecessary data, corrected data types, handled duplicates and prepared the final analysis-ready dataset.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Milestone 2 – Initial Dashboard Development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Developed the </a:t>
            </a:r>
            <a:r>
              <a:rPr b="1" lang="en-IN" sz="1800">
                <a:solidFill>
                  <a:schemeClr val="dk1"/>
                </a:solidFill>
              </a:rPr>
              <a:t>Supply Chain Performance Dashboard</a:t>
            </a:r>
            <a:r>
              <a:rPr lang="en-IN" sz="1800">
                <a:solidFill>
                  <a:schemeClr val="dk1"/>
                </a:solidFill>
              </a:rPr>
              <a:t> and </a:t>
            </a:r>
            <a:r>
              <a:rPr b="1" lang="en-IN" sz="1800">
                <a:solidFill>
                  <a:schemeClr val="dk1"/>
                </a:solidFill>
              </a:rPr>
              <a:t>Product Performance &amp; Pricing Dashboard</a:t>
            </a:r>
            <a:r>
              <a:rPr lang="en-IN" sz="1800">
                <a:solidFill>
                  <a:schemeClr val="dk1"/>
                </a:solidFill>
              </a:rPr>
              <a:t> to analyze overall supply chain performance, products, categories, departments, pricing and sales.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Milestone 3 – Detailed Business Analysis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Developed the </a:t>
            </a:r>
            <a:r>
              <a:rPr b="1" lang="en-IN" sz="1800">
                <a:solidFill>
                  <a:schemeClr val="dk1"/>
                </a:solidFill>
              </a:rPr>
              <a:t>Customer &amp; Geographic Analysis Dashboard</a:t>
            </a:r>
            <a:r>
              <a:rPr lang="en-IN" sz="1800">
                <a:solidFill>
                  <a:schemeClr val="dk1"/>
                </a:solidFill>
              </a:rPr>
              <a:t>, </a:t>
            </a:r>
            <a:r>
              <a:rPr b="1" lang="en-IN" sz="1800">
                <a:solidFill>
                  <a:schemeClr val="dk1"/>
                </a:solidFill>
              </a:rPr>
              <a:t>Delivery &amp; Shipping Performance Dashboard</a:t>
            </a:r>
            <a:r>
              <a:rPr lang="en-IN" sz="1800">
                <a:solidFill>
                  <a:schemeClr val="dk1"/>
                </a:solidFill>
              </a:rPr>
              <a:t>, and </a:t>
            </a:r>
            <a:r>
              <a:rPr b="1" lang="en-IN" sz="1800">
                <a:solidFill>
                  <a:schemeClr val="dk1"/>
                </a:solidFill>
              </a:rPr>
              <a:t>Regional &amp; Market Performance Dashboard</a:t>
            </a:r>
            <a:r>
              <a:rPr lang="en-IN" sz="1800">
                <a:solidFill>
                  <a:schemeClr val="dk1"/>
                </a:solidFill>
              </a:rPr>
              <a:t> to analyze customers, geography, delivery, shipping, markets and regional performance.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Milestone 4 – Final Dashboard Development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</a:rPr>
              <a:t>Developed the </a:t>
            </a:r>
            <a:r>
              <a:rPr b="1" lang="en-IN" sz="1800">
                <a:solidFill>
                  <a:schemeClr val="dk1"/>
                </a:solidFill>
              </a:rPr>
              <a:t>Order &amp; Discount Performance Dashboard</a:t>
            </a:r>
            <a:r>
              <a:rPr lang="en-IN" sz="1800">
                <a:solidFill>
                  <a:schemeClr val="dk1"/>
                </a:solidFill>
              </a:rPr>
              <a:t> and </a:t>
            </a:r>
            <a:r>
              <a:rPr b="1" lang="en-IN" sz="1800">
                <a:solidFill>
                  <a:schemeClr val="dk1"/>
                </a:solidFill>
              </a:rPr>
              <a:t>Profitability &amp; Order Insights Dashboard</a:t>
            </a:r>
            <a:r>
              <a:rPr lang="en-IN" sz="1800">
                <a:solidFill>
                  <a:schemeClr val="dk1"/>
                </a:solidFill>
              </a:rPr>
              <a:t>, completing the seven-dashboard analysis covering orders, discounts, departments, shipping modes, profitability and order status.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0" y="0"/>
            <a:ext cx="1222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CHALLENGES &amp; RESOLUTIONS </a:t>
            </a:r>
            <a:endParaRPr b="1"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0" y="764875"/>
            <a:ext cx="12192000" cy="6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Challenges</a:t>
            </a:r>
            <a:endParaRPr b="1" sz="28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IN" sz="2200">
                <a:solidFill>
                  <a:schemeClr val="dk1"/>
                </a:solidFill>
              </a:rPr>
              <a:t>The raw dataset contained a large number of columns and records, making it difficult to identify the required information.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IN" sz="2200">
                <a:solidFill>
                  <a:schemeClr val="dk1"/>
                </a:solidFill>
              </a:rPr>
              <a:t>Some columns required data-type corrections, transformations, and cleaning before analysis.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IN" sz="2200">
                <a:solidFill>
                  <a:schemeClr val="dk1"/>
                </a:solidFill>
              </a:rPr>
              <a:t>Different business aspects had to be represented using suitable and non-repetitive Power BI visualizations.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Resolutions</a:t>
            </a:r>
            <a:endParaRPr b="1" sz="28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IN" sz="2200">
                <a:solidFill>
                  <a:schemeClr val="dk1"/>
                </a:solidFill>
              </a:rPr>
              <a:t>Studied the dataset structure and identified relevant columns based on the dashboard requirements.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IN" sz="2200">
                <a:solidFill>
                  <a:schemeClr val="dk1"/>
                </a:solidFill>
              </a:rPr>
              <a:t>Used </a:t>
            </a:r>
            <a:r>
              <a:rPr b="1" lang="en-IN" sz="2200">
                <a:solidFill>
                  <a:schemeClr val="dk1"/>
                </a:solidFill>
              </a:rPr>
              <a:t>Power Query Editor</a:t>
            </a:r>
            <a:r>
              <a:rPr lang="en-IN" sz="2200">
                <a:solidFill>
                  <a:schemeClr val="dk1"/>
                </a:solidFill>
              </a:rPr>
              <a:t> to clean, transform, rename, and prepare the dataset.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IN" sz="2200">
                <a:solidFill>
                  <a:schemeClr val="dk1"/>
                </a:solidFill>
              </a:rPr>
              <a:t>Selected appropriate Power BI visuals for each analysis and divided the project into seven focused dashboards.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0" y="13555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FUTURE ENHANCEMENTS &amp; KEY INSIGHTS </a:t>
            </a:r>
            <a:endParaRPr b="1"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277550" y="955275"/>
            <a:ext cx="11844300" cy="5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Future Enhancements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Integrate real-time supply chain data for continuous monitoring.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Add sales and demand forecasting capabilities.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Develop predictive analysis for potential late deliveries.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Introduce advanced analytics and automation for better decision-making.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Key Insights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More than </a:t>
            </a:r>
            <a:r>
              <a:rPr b="1" lang="en-IN" sz="2400">
                <a:solidFill>
                  <a:schemeClr val="dk1"/>
                </a:solidFill>
              </a:rPr>
              <a:t>180K orders</a:t>
            </a:r>
            <a:r>
              <a:rPr lang="en-IN" sz="2400">
                <a:solidFill>
                  <a:schemeClr val="dk1"/>
                </a:solidFill>
              </a:rPr>
              <a:t> were analyzed, indicating large-scale supply chain activity.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IN" sz="2400">
                <a:solidFill>
                  <a:schemeClr val="dk1"/>
                </a:solidFill>
              </a:rPr>
              <a:t>Europe</a:t>
            </a:r>
            <a:r>
              <a:rPr lang="en-IN" sz="2400">
                <a:solidFill>
                  <a:schemeClr val="dk1"/>
                </a:solidFill>
              </a:rPr>
              <a:t> emerged as a strong-performing market in terms of sales.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IN" sz="2400">
                <a:solidFill>
                  <a:schemeClr val="dk1"/>
                </a:solidFill>
              </a:rPr>
              <a:t>Late deliveries</a:t>
            </a:r>
            <a:r>
              <a:rPr lang="en-IN" sz="2400">
                <a:solidFill>
                  <a:schemeClr val="dk1"/>
                </a:solidFill>
              </a:rPr>
              <a:t> highlighted an important area for logistics improvement.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/>
        </p:nvSpPr>
        <p:spPr>
          <a:xfrm>
            <a:off x="0" y="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CONCLUSION </a:t>
            </a:r>
            <a:endParaRPr b="1"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-75" y="813275"/>
            <a:ext cx="1219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Supply Chain Visibility System with Optimization Analytics project successfully transformed the DataCo Supply Chain Dataset into an interactive Power BI-based Business Intelligence solution. 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438900" y="1903450"/>
            <a:ext cx="11408400" cy="5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Technical Skills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Power BI &amp; Dashboard Development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Power Query Data Preprocessing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Data Visualization &amp; Business Analysis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Soft Skills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Problem Solving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Communication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Time Management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Presentation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/>
        </p:nvSpPr>
        <p:spPr>
          <a:xfrm>
            <a:off x="0" y="20010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ACKNOWLEDGEMENTS &amp; REFERENCES </a:t>
            </a:r>
            <a:endParaRPr b="1"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553050" y="1232825"/>
            <a:ext cx="11085900" cy="5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Acknowledgements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Infosys Springboard Virtual Internship 7.0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Ms. Nityasree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Kapu Tejaswini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</a:rPr>
              <a:t>References</a:t>
            </a:r>
            <a:endParaRPr b="1" sz="28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DataCo Supply Chain Dataset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Microsoft Power BI Documentation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Microsoft Power Query Documentation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Infosys Springboard Learning Materials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