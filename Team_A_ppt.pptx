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09fb861712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409fb86171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09fb861712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409fb86171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09fb861712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409fb86171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09fb861712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09fb86171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9fb861712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9fb86171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9fb861712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9fb86171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409fb861712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409fb86171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09fb861712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09fb86171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09fb861712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409fb86171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09fb861712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09fb86171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09fb861712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09fb86171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409fb861712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409fb86171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09fb861712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409fb86171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409fb861712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409fb86171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09fb861712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09fb86171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09fb861712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09fb86171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409fb861712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409fb86171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5" name="Google Shape;2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2" name="Google Shape;3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9" name="Google Shape;3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7" name="Google Shape;4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7" name="Google Shape;5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3" name="Google Shape;6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1" name="Google Shape;7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9" name="Google Shape;7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4" name="Google Shape;9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8" name="Google Shape;98;p1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n-IN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n-IN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4" name="Google Shape;10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1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1" name="Google Shape;1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5" name="Google Shape;115;p15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15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15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5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1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16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127" name="Google Shape;127;p16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16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16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130" name="Google Shape;130;p16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1" name="Google Shape;131;p16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16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133" name="Google Shape;133;p16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1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8" name="Google Shape;13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8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96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53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82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475" y="0"/>
            <a:ext cx="1226447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499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5" y="0"/>
            <a:ext cx="1219200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2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77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57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73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6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roplet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