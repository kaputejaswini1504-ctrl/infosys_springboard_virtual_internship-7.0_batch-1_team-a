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5" r:id="rId3"/>
  </p:sldMasterIdLst>
  <p:notesMasterIdLst>
    <p:notesMasterId r:id="rId4"/>
  </p:notesMasterIdLst>
  <p:sldIdLst>
    <p:sldId id="256" r:id="rId5"/>
    <p:sldId id="257" r:id="rId6"/>
    <p:sldId id="258" r:id="rId7"/>
    <p:sldId id="259" r:id="rId8"/>
    <p:sldId id="260" r:id="rId9"/>
    <p:sldId id="261" r:id="rId10"/>
    <p:sldId id="262" r:id="rId11"/>
    <p:sldId id="263" r:id="rId12"/>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 name="Google Shape;15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f727c1d4e8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f727c1d4e8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f727c1d4e8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f727c1d4e8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f727c1d4e8_0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f727c1d4e8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f727c1d4e8_0_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f727c1d4e8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f727c1d4e8_0_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f727c1d4e8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f727c1d4e8_0_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f727c1d4e8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9" name="Google Shape;199;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 name="Shape 12"/>
        <p:cNvGrpSpPr/>
        <p:nvPr/>
      </p:nvGrpSpPr>
      <p:grpSpPr>
        <a:xfrm>
          <a:off x="0" y="0"/>
          <a:ext cx="0" cy="0"/>
          <a:chOff x="0" y="0"/>
          <a:chExt cx="0" cy="0"/>
        </a:xfrm>
      </p:grpSpPr>
      <p:pic>
        <p:nvPicPr>
          <p:cNvPr descr="Droplets-HD-Content-R1d.png" id="13" name="Google Shape;13;p2"/>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4" name="Google Shape;14;p2"/>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pic>
        <p:nvPicPr>
          <p:cNvPr descr="Droplets-HD-Title-R1d.png" id="18" name="Google Shape;18;p3"/>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9" name="Google Shape;19;p3"/>
          <p:cNvSpPr txBox="1"/>
          <p:nvPr>
            <p:ph type="ctrTitle"/>
          </p:nvPr>
        </p:nvSpPr>
        <p:spPr>
          <a:xfrm>
            <a:off x="1751012" y="1300785"/>
            <a:ext cx="8689976" cy="2509213"/>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800"/>
              <a:buFont typeface="Twentieth Century"/>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
          <p:cNvSpPr txBox="1"/>
          <p:nvPr>
            <p:ph idx="1" type="subTitle"/>
          </p:nvPr>
        </p:nvSpPr>
        <p:spPr>
          <a:xfrm>
            <a:off x="1751012" y="3886200"/>
            <a:ext cx="8689976" cy="1371599"/>
          </a:xfrm>
          <a:prstGeom prst="rect">
            <a:avLst/>
          </a:prstGeom>
          <a:noFill/>
          <a:ln>
            <a:noFill/>
          </a:ln>
        </p:spPr>
        <p:txBody>
          <a:bodyPr anchorCtr="0" anchor="t" bIns="45700" lIns="91425" spcFirstLastPara="1" rIns="91425" wrap="square" tIns="45700">
            <a:normAutofit/>
          </a:bodyPr>
          <a:lstStyle>
            <a:lvl1pPr lvl="0" algn="ctr">
              <a:lnSpc>
                <a:spcPct val="120000"/>
              </a:lnSpc>
              <a:spcBef>
                <a:spcPts val="1000"/>
              </a:spcBef>
              <a:spcAft>
                <a:spcPts val="0"/>
              </a:spcAft>
              <a:buSzPts val="2200"/>
              <a:buNone/>
              <a:defRPr sz="2200">
                <a:solidFill>
                  <a:srgbClr val="7F7F7F"/>
                </a:solidFill>
              </a:defRPr>
            </a:lvl1pPr>
            <a:lvl2pPr lvl="1" algn="ctr">
              <a:lnSpc>
                <a:spcPct val="120000"/>
              </a:lnSpc>
              <a:spcBef>
                <a:spcPts val="500"/>
              </a:spcBef>
              <a:spcAft>
                <a:spcPts val="0"/>
              </a:spcAft>
              <a:buSzPts val="2000"/>
              <a:buNone/>
              <a:defRPr sz="2000"/>
            </a:lvl2pPr>
            <a:lvl3pPr lvl="2" algn="ctr">
              <a:lnSpc>
                <a:spcPct val="120000"/>
              </a:lnSpc>
              <a:spcBef>
                <a:spcPts val="500"/>
              </a:spcBef>
              <a:spcAft>
                <a:spcPts val="0"/>
              </a:spcAft>
              <a:buSzPts val="1800"/>
              <a:buNone/>
              <a:defRPr sz="1800"/>
            </a:lvl3pPr>
            <a:lvl4pPr lvl="3" algn="ctr">
              <a:lnSpc>
                <a:spcPct val="120000"/>
              </a:lnSpc>
              <a:spcBef>
                <a:spcPts val="500"/>
              </a:spcBef>
              <a:spcAft>
                <a:spcPts val="0"/>
              </a:spcAft>
              <a:buSzPts val="1600"/>
              <a:buNone/>
              <a:defRPr sz="1600"/>
            </a:lvl4pPr>
            <a:lvl5pPr lvl="4" algn="ctr">
              <a:lnSpc>
                <a:spcPct val="120000"/>
              </a:lnSpc>
              <a:spcBef>
                <a:spcPts val="500"/>
              </a:spcBef>
              <a:spcAft>
                <a:spcPts val="0"/>
              </a:spcAft>
              <a:buSzPts val="1600"/>
              <a:buNone/>
              <a:defRPr sz="1600"/>
            </a:lvl5pPr>
            <a:lvl6pPr lvl="5" algn="ctr">
              <a:lnSpc>
                <a:spcPct val="120000"/>
              </a:lnSpc>
              <a:spcBef>
                <a:spcPts val="500"/>
              </a:spcBef>
              <a:spcAft>
                <a:spcPts val="0"/>
              </a:spcAft>
              <a:buSzPts val="1600"/>
              <a:buNone/>
              <a:defRPr sz="1600"/>
            </a:lvl6pPr>
            <a:lvl7pPr lvl="6" algn="ctr">
              <a:lnSpc>
                <a:spcPct val="120000"/>
              </a:lnSpc>
              <a:spcBef>
                <a:spcPts val="500"/>
              </a:spcBef>
              <a:spcAft>
                <a:spcPts val="0"/>
              </a:spcAft>
              <a:buSzPts val="1600"/>
              <a:buNone/>
              <a:defRPr sz="1600"/>
            </a:lvl7pPr>
            <a:lvl8pPr lvl="7" algn="ctr">
              <a:lnSpc>
                <a:spcPct val="120000"/>
              </a:lnSpc>
              <a:spcBef>
                <a:spcPts val="500"/>
              </a:spcBef>
              <a:spcAft>
                <a:spcPts val="0"/>
              </a:spcAft>
              <a:buSzPts val="1600"/>
              <a:buNone/>
              <a:defRPr sz="1600"/>
            </a:lvl8pPr>
            <a:lvl9pPr lvl="8" algn="ctr">
              <a:lnSpc>
                <a:spcPct val="120000"/>
              </a:lnSpc>
              <a:spcBef>
                <a:spcPts val="500"/>
              </a:spcBef>
              <a:spcAft>
                <a:spcPts val="0"/>
              </a:spcAft>
              <a:buSzPts val="1600"/>
              <a:buNone/>
              <a:defRPr sz="1600"/>
            </a:lvl9pPr>
          </a:lstStyle>
          <a:p/>
        </p:txBody>
      </p:sp>
      <p:sp>
        <p:nvSpPr>
          <p:cNvPr id="21" name="Google Shape;21;p3"/>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3"/>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pic>
        <p:nvPicPr>
          <p:cNvPr descr="Droplets-HD-Content-R1d.png" id="25" name="Google Shape;25;p4"/>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6" name="Google Shape;26;p4"/>
          <p:cNvSpPr txBox="1"/>
          <p:nvPr>
            <p:ph type="title"/>
          </p:nvPr>
        </p:nvSpPr>
        <p:spPr>
          <a:xfrm>
            <a:off x="913775" y="618517"/>
            <a:ext cx="10364451" cy="1596177"/>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
          <p:cNvSpPr txBox="1"/>
          <p:nvPr>
            <p:ph idx="1" type="body"/>
          </p:nvPr>
        </p:nvSpPr>
        <p:spPr>
          <a:xfrm>
            <a:off x="913774" y="2367092"/>
            <a:ext cx="10363826" cy="3424107"/>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28" name="Google Shape;28;p4"/>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pic>
        <p:nvPicPr>
          <p:cNvPr descr="Droplets-HD-Content-R1d.png" id="32" name="Google Shape;32;p5"/>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33" name="Google Shape;33;p5"/>
          <p:cNvSpPr txBox="1"/>
          <p:nvPr>
            <p:ph type="title"/>
          </p:nvPr>
        </p:nvSpPr>
        <p:spPr>
          <a:xfrm>
            <a:off x="913774" y="828563"/>
            <a:ext cx="10351752" cy="2736819"/>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000"/>
              <a:buFont typeface="Twentieth Century"/>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5"/>
          <p:cNvSpPr txBox="1"/>
          <p:nvPr>
            <p:ph idx="1" type="body"/>
          </p:nvPr>
        </p:nvSpPr>
        <p:spPr>
          <a:xfrm>
            <a:off x="913774" y="3657457"/>
            <a:ext cx="10351752" cy="1368183"/>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SzPts val="2000"/>
              <a:buNone/>
              <a:defRPr sz="2000">
                <a:solidFill>
                  <a:srgbClr val="7F7F7F"/>
                </a:solidFill>
              </a:defRPr>
            </a:lvl1pPr>
            <a:lvl2pPr indent="-228600" lvl="1" marL="914400" algn="l">
              <a:lnSpc>
                <a:spcPct val="120000"/>
              </a:lnSpc>
              <a:spcBef>
                <a:spcPts val="500"/>
              </a:spcBef>
              <a:spcAft>
                <a:spcPts val="0"/>
              </a:spcAft>
              <a:buSzPts val="2000"/>
              <a:buNone/>
              <a:defRPr sz="2000">
                <a:solidFill>
                  <a:srgbClr val="888888"/>
                </a:solidFill>
              </a:defRPr>
            </a:lvl2pPr>
            <a:lvl3pPr indent="-228600" lvl="2" marL="1371600" algn="l">
              <a:lnSpc>
                <a:spcPct val="120000"/>
              </a:lnSpc>
              <a:spcBef>
                <a:spcPts val="500"/>
              </a:spcBef>
              <a:spcAft>
                <a:spcPts val="0"/>
              </a:spcAft>
              <a:buSzPts val="1800"/>
              <a:buNone/>
              <a:defRPr sz="1800">
                <a:solidFill>
                  <a:srgbClr val="888888"/>
                </a:solidFill>
              </a:defRPr>
            </a:lvl3pPr>
            <a:lvl4pPr indent="-228600" lvl="3" marL="1828800" algn="l">
              <a:lnSpc>
                <a:spcPct val="120000"/>
              </a:lnSpc>
              <a:spcBef>
                <a:spcPts val="500"/>
              </a:spcBef>
              <a:spcAft>
                <a:spcPts val="0"/>
              </a:spcAft>
              <a:buSzPts val="1600"/>
              <a:buNone/>
              <a:defRPr sz="1600">
                <a:solidFill>
                  <a:srgbClr val="888888"/>
                </a:solidFill>
              </a:defRPr>
            </a:lvl4pPr>
            <a:lvl5pPr indent="-228600" lvl="4" marL="2286000" algn="l">
              <a:lnSpc>
                <a:spcPct val="120000"/>
              </a:lnSpc>
              <a:spcBef>
                <a:spcPts val="500"/>
              </a:spcBef>
              <a:spcAft>
                <a:spcPts val="0"/>
              </a:spcAft>
              <a:buSzPts val="1600"/>
              <a:buNone/>
              <a:defRPr sz="1600">
                <a:solidFill>
                  <a:srgbClr val="888888"/>
                </a:solidFill>
              </a:defRPr>
            </a:lvl5pPr>
            <a:lvl6pPr indent="-228600" lvl="5" marL="2743200" algn="l">
              <a:lnSpc>
                <a:spcPct val="120000"/>
              </a:lnSpc>
              <a:spcBef>
                <a:spcPts val="500"/>
              </a:spcBef>
              <a:spcAft>
                <a:spcPts val="0"/>
              </a:spcAft>
              <a:buSzPts val="1600"/>
              <a:buNone/>
              <a:defRPr sz="1600">
                <a:solidFill>
                  <a:srgbClr val="888888"/>
                </a:solidFill>
              </a:defRPr>
            </a:lvl6pPr>
            <a:lvl7pPr indent="-228600" lvl="6" marL="3200400" algn="l">
              <a:lnSpc>
                <a:spcPct val="120000"/>
              </a:lnSpc>
              <a:spcBef>
                <a:spcPts val="500"/>
              </a:spcBef>
              <a:spcAft>
                <a:spcPts val="0"/>
              </a:spcAft>
              <a:buSzPts val="1600"/>
              <a:buNone/>
              <a:defRPr sz="1600">
                <a:solidFill>
                  <a:srgbClr val="888888"/>
                </a:solidFill>
              </a:defRPr>
            </a:lvl7pPr>
            <a:lvl8pPr indent="-228600" lvl="7" marL="3657600" algn="l">
              <a:lnSpc>
                <a:spcPct val="120000"/>
              </a:lnSpc>
              <a:spcBef>
                <a:spcPts val="500"/>
              </a:spcBef>
              <a:spcAft>
                <a:spcPts val="0"/>
              </a:spcAft>
              <a:buSzPts val="1600"/>
              <a:buNone/>
              <a:defRPr sz="1600">
                <a:solidFill>
                  <a:srgbClr val="888888"/>
                </a:solidFill>
              </a:defRPr>
            </a:lvl8pPr>
            <a:lvl9pPr indent="-228600" lvl="8" marL="4114800" algn="l">
              <a:lnSpc>
                <a:spcPct val="120000"/>
              </a:lnSpc>
              <a:spcBef>
                <a:spcPts val="500"/>
              </a:spcBef>
              <a:spcAft>
                <a:spcPts val="0"/>
              </a:spcAft>
              <a:buSzPts val="1600"/>
              <a:buNone/>
              <a:defRPr sz="1600">
                <a:solidFill>
                  <a:srgbClr val="888888"/>
                </a:solidFill>
              </a:defRPr>
            </a:lvl9pPr>
          </a:lstStyle>
          <a:p/>
        </p:txBody>
      </p:sp>
      <p:sp>
        <p:nvSpPr>
          <p:cNvPr id="35" name="Google Shape;35;p5"/>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5"/>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pic>
        <p:nvPicPr>
          <p:cNvPr descr="Droplets-HD-Content-R1d.png" id="39" name="Google Shape;39;p6"/>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40" name="Google Shape;40;p6"/>
          <p:cNvSpPr txBox="1"/>
          <p:nvPr>
            <p:ph type="title"/>
          </p:nvPr>
        </p:nvSpPr>
        <p:spPr>
          <a:xfrm>
            <a:off x="913775" y="618517"/>
            <a:ext cx="10364451" cy="1596177"/>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6"/>
          <p:cNvSpPr txBox="1"/>
          <p:nvPr>
            <p:ph idx="1" type="body"/>
          </p:nvPr>
        </p:nvSpPr>
        <p:spPr>
          <a:xfrm>
            <a:off x="913774" y="2367092"/>
            <a:ext cx="5106026" cy="3424107"/>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42" name="Google Shape;42;p6"/>
          <p:cNvSpPr txBox="1"/>
          <p:nvPr>
            <p:ph idx="2" type="body"/>
          </p:nvPr>
        </p:nvSpPr>
        <p:spPr>
          <a:xfrm>
            <a:off x="6172200" y="2367092"/>
            <a:ext cx="5105400" cy="3424107"/>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43" name="Google Shape;43;p6"/>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6"/>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6"/>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pic>
        <p:nvPicPr>
          <p:cNvPr descr="Droplets-HD-Content-R1d.png" id="47" name="Google Shape;47;p7"/>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48" name="Google Shape;48;p7"/>
          <p:cNvSpPr txBox="1"/>
          <p:nvPr>
            <p:ph type="title"/>
          </p:nvPr>
        </p:nvSpPr>
        <p:spPr>
          <a:xfrm>
            <a:off x="913775" y="618517"/>
            <a:ext cx="10364451" cy="1596177"/>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7"/>
          <p:cNvSpPr txBox="1"/>
          <p:nvPr>
            <p:ph idx="1" type="body"/>
          </p:nvPr>
        </p:nvSpPr>
        <p:spPr>
          <a:xfrm>
            <a:off x="1146328" y="2371018"/>
            <a:ext cx="4873474" cy="679994"/>
          </a:xfrm>
          <a:prstGeom prst="rect">
            <a:avLst/>
          </a:prstGeom>
          <a:noFill/>
          <a:ln>
            <a:noFill/>
          </a:ln>
        </p:spPr>
        <p:txBody>
          <a:bodyPr anchorCtr="0" anchor="b" bIns="45700" lIns="91425" spcFirstLastPara="1" rIns="91425" wrap="square" tIns="45700">
            <a:noAutofit/>
          </a:bodyPr>
          <a:lstStyle>
            <a:lvl1pPr indent="-228600" lvl="0" marL="457200" algn="l">
              <a:lnSpc>
                <a:spcPct val="85000"/>
              </a:lnSpc>
              <a:spcBef>
                <a:spcPts val="1000"/>
              </a:spcBef>
              <a:spcAft>
                <a:spcPts val="0"/>
              </a:spcAft>
              <a:buSzPts val="2600"/>
              <a:buNone/>
              <a:defRPr b="0" sz="2600">
                <a:solidFill>
                  <a:schemeClr val="dk1"/>
                </a:solidFill>
              </a:defRPr>
            </a:lvl1pPr>
            <a:lvl2pPr indent="-228600" lvl="1" marL="914400" algn="l">
              <a:lnSpc>
                <a:spcPct val="120000"/>
              </a:lnSpc>
              <a:spcBef>
                <a:spcPts val="500"/>
              </a:spcBef>
              <a:spcAft>
                <a:spcPts val="0"/>
              </a:spcAft>
              <a:buSzPts val="2000"/>
              <a:buNone/>
              <a:defRPr b="1" sz="2000"/>
            </a:lvl2pPr>
            <a:lvl3pPr indent="-228600" lvl="2" marL="1371600" algn="l">
              <a:lnSpc>
                <a:spcPct val="120000"/>
              </a:lnSpc>
              <a:spcBef>
                <a:spcPts val="500"/>
              </a:spcBef>
              <a:spcAft>
                <a:spcPts val="0"/>
              </a:spcAft>
              <a:buSzPts val="1800"/>
              <a:buNone/>
              <a:defRPr b="1" sz="1800"/>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120000"/>
              </a:lnSpc>
              <a:spcBef>
                <a:spcPts val="500"/>
              </a:spcBef>
              <a:spcAft>
                <a:spcPts val="0"/>
              </a:spcAft>
              <a:buSzPts val="1600"/>
              <a:buNone/>
              <a:defRPr b="1" sz="1600"/>
            </a:lvl6pPr>
            <a:lvl7pPr indent="-228600" lvl="6" marL="3200400" algn="l">
              <a:lnSpc>
                <a:spcPct val="120000"/>
              </a:lnSpc>
              <a:spcBef>
                <a:spcPts val="500"/>
              </a:spcBef>
              <a:spcAft>
                <a:spcPts val="0"/>
              </a:spcAft>
              <a:buSzPts val="1600"/>
              <a:buNone/>
              <a:defRPr b="1" sz="1600"/>
            </a:lvl7pPr>
            <a:lvl8pPr indent="-228600" lvl="7" marL="3657600" algn="l">
              <a:lnSpc>
                <a:spcPct val="120000"/>
              </a:lnSpc>
              <a:spcBef>
                <a:spcPts val="500"/>
              </a:spcBef>
              <a:spcAft>
                <a:spcPts val="0"/>
              </a:spcAft>
              <a:buSzPts val="1600"/>
              <a:buNone/>
              <a:defRPr b="1" sz="1600"/>
            </a:lvl8pPr>
            <a:lvl9pPr indent="-228600" lvl="8" marL="4114800" algn="l">
              <a:lnSpc>
                <a:spcPct val="120000"/>
              </a:lnSpc>
              <a:spcBef>
                <a:spcPts val="500"/>
              </a:spcBef>
              <a:spcAft>
                <a:spcPts val="0"/>
              </a:spcAft>
              <a:buSzPts val="1600"/>
              <a:buNone/>
              <a:defRPr b="1" sz="1600"/>
            </a:lvl9pPr>
          </a:lstStyle>
          <a:p/>
        </p:txBody>
      </p:sp>
      <p:sp>
        <p:nvSpPr>
          <p:cNvPr id="50" name="Google Shape;50;p7"/>
          <p:cNvSpPr txBox="1"/>
          <p:nvPr>
            <p:ph idx="2" type="body"/>
          </p:nvPr>
        </p:nvSpPr>
        <p:spPr>
          <a:xfrm>
            <a:off x="913774" y="3051012"/>
            <a:ext cx="5106027" cy="2740187"/>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51" name="Google Shape;51;p7"/>
          <p:cNvSpPr txBox="1"/>
          <p:nvPr>
            <p:ph idx="3" type="body"/>
          </p:nvPr>
        </p:nvSpPr>
        <p:spPr>
          <a:xfrm>
            <a:off x="6396423" y="2371018"/>
            <a:ext cx="4881804" cy="679994"/>
          </a:xfrm>
          <a:prstGeom prst="rect">
            <a:avLst/>
          </a:prstGeom>
          <a:noFill/>
          <a:ln>
            <a:noFill/>
          </a:ln>
        </p:spPr>
        <p:txBody>
          <a:bodyPr anchorCtr="0" anchor="b" bIns="45700" lIns="91425" spcFirstLastPara="1" rIns="91425" wrap="square" tIns="45700">
            <a:noAutofit/>
          </a:bodyPr>
          <a:lstStyle>
            <a:lvl1pPr indent="-228600" lvl="0" marL="457200" algn="l">
              <a:lnSpc>
                <a:spcPct val="85000"/>
              </a:lnSpc>
              <a:spcBef>
                <a:spcPts val="1000"/>
              </a:spcBef>
              <a:spcAft>
                <a:spcPts val="0"/>
              </a:spcAft>
              <a:buSzPts val="2600"/>
              <a:buNone/>
              <a:defRPr b="0" sz="2600">
                <a:solidFill>
                  <a:schemeClr val="dk1"/>
                </a:solidFill>
              </a:defRPr>
            </a:lvl1pPr>
            <a:lvl2pPr indent="-228600" lvl="1" marL="914400" algn="l">
              <a:lnSpc>
                <a:spcPct val="120000"/>
              </a:lnSpc>
              <a:spcBef>
                <a:spcPts val="500"/>
              </a:spcBef>
              <a:spcAft>
                <a:spcPts val="0"/>
              </a:spcAft>
              <a:buSzPts val="2000"/>
              <a:buNone/>
              <a:defRPr b="1" sz="2000"/>
            </a:lvl2pPr>
            <a:lvl3pPr indent="-228600" lvl="2" marL="1371600" algn="l">
              <a:lnSpc>
                <a:spcPct val="120000"/>
              </a:lnSpc>
              <a:spcBef>
                <a:spcPts val="500"/>
              </a:spcBef>
              <a:spcAft>
                <a:spcPts val="0"/>
              </a:spcAft>
              <a:buSzPts val="1800"/>
              <a:buNone/>
              <a:defRPr b="1" sz="1800"/>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120000"/>
              </a:lnSpc>
              <a:spcBef>
                <a:spcPts val="500"/>
              </a:spcBef>
              <a:spcAft>
                <a:spcPts val="0"/>
              </a:spcAft>
              <a:buSzPts val="1600"/>
              <a:buNone/>
              <a:defRPr b="1" sz="1600"/>
            </a:lvl6pPr>
            <a:lvl7pPr indent="-228600" lvl="6" marL="3200400" algn="l">
              <a:lnSpc>
                <a:spcPct val="120000"/>
              </a:lnSpc>
              <a:spcBef>
                <a:spcPts val="500"/>
              </a:spcBef>
              <a:spcAft>
                <a:spcPts val="0"/>
              </a:spcAft>
              <a:buSzPts val="1600"/>
              <a:buNone/>
              <a:defRPr b="1" sz="1600"/>
            </a:lvl7pPr>
            <a:lvl8pPr indent="-228600" lvl="7" marL="3657600" algn="l">
              <a:lnSpc>
                <a:spcPct val="120000"/>
              </a:lnSpc>
              <a:spcBef>
                <a:spcPts val="500"/>
              </a:spcBef>
              <a:spcAft>
                <a:spcPts val="0"/>
              </a:spcAft>
              <a:buSzPts val="1600"/>
              <a:buNone/>
              <a:defRPr b="1" sz="1600"/>
            </a:lvl8pPr>
            <a:lvl9pPr indent="-228600" lvl="8" marL="4114800" algn="l">
              <a:lnSpc>
                <a:spcPct val="120000"/>
              </a:lnSpc>
              <a:spcBef>
                <a:spcPts val="500"/>
              </a:spcBef>
              <a:spcAft>
                <a:spcPts val="0"/>
              </a:spcAft>
              <a:buSzPts val="1600"/>
              <a:buNone/>
              <a:defRPr b="1" sz="1600"/>
            </a:lvl9pPr>
          </a:lstStyle>
          <a:p/>
        </p:txBody>
      </p:sp>
      <p:sp>
        <p:nvSpPr>
          <p:cNvPr id="52" name="Google Shape;52;p7"/>
          <p:cNvSpPr txBox="1"/>
          <p:nvPr>
            <p:ph idx="4" type="body"/>
          </p:nvPr>
        </p:nvSpPr>
        <p:spPr>
          <a:xfrm>
            <a:off x="6172200" y="3051012"/>
            <a:ext cx="5105401" cy="2740187"/>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53" name="Google Shape;53;p7"/>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7"/>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7"/>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pic>
        <p:nvPicPr>
          <p:cNvPr descr="Droplets-HD-Content-R1d.png" id="57" name="Google Shape;57;p8"/>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58" name="Google Shape;58;p8"/>
          <p:cNvSpPr txBox="1"/>
          <p:nvPr>
            <p:ph type="title"/>
          </p:nvPr>
        </p:nvSpPr>
        <p:spPr>
          <a:xfrm>
            <a:off x="913775" y="618517"/>
            <a:ext cx="10364451" cy="1596177"/>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8"/>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8"/>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8"/>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2" name="Shape 62"/>
        <p:cNvGrpSpPr/>
        <p:nvPr/>
      </p:nvGrpSpPr>
      <p:grpSpPr>
        <a:xfrm>
          <a:off x="0" y="0"/>
          <a:ext cx="0" cy="0"/>
          <a:chOff x="0" y="0"/>
          <a:chExt cx="0" cy="0"/>
        </a:xfrm>
      </p:grpSpPr>
      <p:pic>
        <p:nvPicPr>
          <p:cNvPr descr="Droplets-HD-Content-R1d.png" id="63" name="Google Shape;63;p9"/>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64" name="Google Shape;64;p9"/>
          <p:cNvSpPr txBox="1"/>
          <p:nvPr>
            <p:ph type="title"/>
          </p:nvPr>
        </p:nvSpPr>
        <p:spPr>
          <a:xfrm>
            <a:off x="913775" y="609600"/>
            <a:ext cx="3935688" cy="2023252"/>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3200"/>
              <a:buFont typeface="Twentieth Centur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9"/>
          <p:cNvSpPr txBox="1"/>
          <p:nvPr>
            <p:ph idx="1" type="body"/>
          </p:nvPr>
        </p:nvSpPr>
        <p:spPr>
          <a:xfrm>
            <a:off x="5078062" y="609600"/>
            <a:ext cx="6200163" cy="5181599"/>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66" name="Google Shape;66;p9"/>
          <p:cNvSpPr txBox="1"/>
          <p:nvPr>
            <p:ph idx="2" type="body"/>
          </p:nvPr>
        </p:nvSpPr>
        <p:spPr>
          <a:xfrm>
            <a:off x="913774" y="2632852"/>
            <a:ext cx="3935689" cy="3158348"/>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SzPts val="1600"/>
              <a:buNone/>
              <a:defRPr sz="1600"/>
            </a:lvl1pPr>
            <a:lvl2pPr indent="-228600" lvl="1" marL="914400" algn="l">
              <a:lnSpc>
                <a:spcPct val="120000"/>
              </a:lnSpc>
              <a:spcBef>
                <a:spcPts val="500"/>
              </a:spcBef>
              <a:spcAft>
                <a:spcPts val="0"/>
              </a:spcAft>
              <a:buSzPts val="1400"/>
              <a:buNone/>
              <a:defRPr sz="1400"/>
            </a:lvl2pPr>
            <a:lvl3pPr indent="-228600" lvl="2" marL="1371600" algn="l">
              <a:lnSpc>
                <a:spcPct val="120000"/>
              </a:lnSpc>
              <a:spcBef>
                <a:spcPts val="500"/>
              </a:spcBef>
              <a:spcAft>
                <a:spcPts val="0"/>
              </a:spcAft>
              <a:buSzPts val="1200"/>
              <a:buNone/>
              <a:defRPr sz="1200"/>
            </a:lvl3pPr>
            <a:lvl4pPr indent="-228600" lvl="3" marL="1828800" algn="l">
              <a:lnSpc>
                <a:spcPct val="120000"/>
              </a:lnSpc>
              <a:spcBef>
                <a:spcPts val="500"/>
              </a:spcBef>
              <a:spcAft>
                <a:spcPts val="0"/>
              </a:spcAft>
              <a:buSzPts val="1000"/>
              <a:buNone/>
              <a:defRPr sz="1000"/>
            </a:lvl4pPr>
            <a:lvl5pPr indent="-228600" lvl="4" marL="2286000" algn="l">
              <a:lnSpc>
                <a:spcPct val="120000"/>
              </a:lnSpc>
              <a:spcBef>
                <a:spcPts val="500"/>
              </a:spcBef>
              <a:spcAft>
                <a:spcPts val="0"/>
              </a:spcAft>
              <a:buSzPts val="1000"/>
              <a:buNone/>
              <a:defRPr sz="1000"/>
            </a:lvl5pPr>
            <a:lvl6pPr indent="-228600" lvl="5" marL="2743200" algn="l">
              <a:lnSpc>
                <a:spcPct val="120000"/>
              </a:lnSpc>
              <a:spcBef>
                <a:spcPts val="500"/>
              </a:spcBef>
              <a:spcAft>
                <a:spcPts val="0"/>
              </a:spcAft>
              <a:buSzPts val="1000"/>
              <a:buNone/>
              <a:defRPr sz="1000"/>
            </a:lvl6pPr>
            <a:lvl7pPr indent="-228600" lvl="6" marL="3200400" algn="l">
              <a:lnSpc>
                <a:spcPct val="120000"/>
              </a:lnSpc>
              <a:spcBef>
                <a:spcPts val="500"/>
              </a:spcBef>
              <a:spcAft>
                <a:spcPts val="0"/>
              </a:spcAft>
              <a:buSzPts val="1000"/>
              <a:buNone/>
              <a:defRPr sz="1000"/>
            </a:lvl7pPr>
            <a:lvl8pPr indent="-228600" lvl="7" marL="3657600" algn="l">
              <a:lnSpc>
                <a:spcPct val="120000"/>
              </a:lnSpc>
              <a:spcBef>
                <a:spcPts val="500"/>
              </a:spcBef>
              <a:spcAft>
                <a:spcPts val="0"/>
              </a:spcAft>
              <a:buSzPts val="1000"/>
              <a:buNone/>
              <a:defRPr sz="1000"/>
            </a:lvl8pPr>
            <a:lvl9pPr indent="-228600" lvl="8" marL="4114800" algn="l">
              <a:lnSpc>
                <a:spcPct val="120000"/>
              </a:lnSpc>
              <a:spcBef>
                <a:spcPts val="500"/>
              </a:spcBef>
              <a:spcAft>
                <a:spcPts val="0"/>
              </a:spcAft>
              <a:buSzPts val="1000"/>
              <a:buNone/>
              <a:defRPr sz="1000"/>
            </a:lvl9pPr>
          </a:lstStyle>
          <a:p/>
        </p:txBody>
      </p:sp>
      <p:sp>
        <p:nvSpPr>
          <p:cNvPr id="67" name="Google Shape;67;p9"/>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9"/>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9"/>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0" name="Shape 70"/>
        <p:cNvGrpSpPr/>
        <p:nvPr/>
      </p:nvGrpSpPr>
      <p:grpSpPr>
        <a:xfrm>
          <a:off x="0" y="0"/>
          <a:ext cx="0" cy="0"/>
          <a:chOff x="0" y="0"/>
          <a:chExt cx="0" cy="0"/>
        </a:xfrm>
      </p:grpSpPr>
      <p:pic>
        <p:nvPicPr>
          <p:cNvPr descr="Droplets-HD-Content-R1d.png" id="71" name="Google Shape;71;p10"/>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72" name="Google Shape;72;p10"/>
          <p:cNvSpPr txBox="1"/>
          <p:nvPr>
            <p:ph type="title"/>
          </p:nvPr>
        </p:nvSpPr>
        <p:spPr>
          <a:xfrm>
            <a:off x="913774" y="609600"/>
            <a:ext cx="5934969" cy="2023254"/>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3200"/>
              <a:buFont typeface="Twentieth Centur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0"/>
          <p:cNvSpPr/>
          <p:nvPr>
            <p:ph idx="2" type="pic"/>
          </p:nvPr>
        </p:nvSpPr>
        <p:spPr>
          <a:xfrm>
            <a:off x="7424803" y="609601"/>
            <a:ext cx="3255358" cy="5181600"/>
          </a:xfrm>
          <a:prstGeom prst="roundRect">
            <a:avLst>
              <a:gd fmla="val 4943" name="adj"/>
            </a:avLst>
          </a:prstGeom>
          <a:noFill/>
          <a:ln cap="sq" cmpd="sng" w="82550">
            <a:solidFill>
              <a:srgbClr val="EAEAEA"/>
            </a:solidFill>
            <a:prstDash val="solid"/>
            <a:miter lim="80"/>
            <a:headEnd len="sm" w="sm" type="none"/>
            <a:tailEnd len="sm" w="sm" type="none"/>
          </a:ln>
        </p:spPr>
      </p:sp>
      <p:sp>
        <p:nvSpPr>
          <p:cNvPr id="74" name="Google Shape;74;p10"/>
          <p:cNvSpPr txBox="1"/>
          <p:nvPr>
            <p:ph idx="1" type="body"/>
          </p:nvPr>
        </p:nvSpPr>
        <p:spPr>
          <a:xfrm>
            <a:off x="913794" y="2632852"/>
            <a:ext cx="5934949" cy="3158347"/>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SzPts val="1600"/>
              <a:buNone/>
              <a:defRPr sz="1600"/>
            </a:lvl1pPr>
            <a:lvl2pPr indent="-228600" lvl="1" marL="914400" algn="l">
              <a:lnSpc>
                <a:spcPct val="120000"/>
              </a:lnSpc>
              <a:spcBef>
                <a:spcPts val="500"/>
              </a:spcBef>
              <a:spcAft>
                <a:spcPts val="0"/>
              </a:spcAft>
              <a:buSzPts val="1400"/>
              <a:buNone/>
              <a:defRPr sz="1400"/>
            </a:lvl2pPr>
            <a:lvl3pPr indent="-228600" lvl="2" marL="1371600" algn="l">
              <a:lnSpc>
                <a:spcPct val="120000"/>
              </a:lnSpc>
              <a:spcBef>
                <a:spcPts val="500"/>
              </a:spcBef>
              <a:spcAft>
                <a:spcPts val="0"/>
              </a:spcAft>
              <a:buSzPts val="1200"/>
              <a:buNone/>
              <a:defRPr sz="1200"/>
            </a:lvl3pPr>
            <a:lvl4pPr indent="-228600" lvl="3" marL="1828800" algn="l">
              <a:lnSpc>
                <a:spcPct val="120000"/>
              </a:lnSpc>
              <a:spcBef>
                <a:spcPts val="500"/>
              </a:spcBef>
              <a:spcAft>
                <a:spcPts val="0"/>
              </a:spcAft>
              <a:buSzPts val="1000"/>
              <a:buNone/>
              <a:defRPr sz="1000"/>
            </a:lvl4pPr>
            <a:lvl5pPr indent="-228600" lvl="4" marL="2286000" algn="l">
              <a:lnSpc>
                <a:spcPct val="120000"/>
              </a:lnSpc>
              <a:spcBef>
                <a:spcPts val="500"/>
              </a:spcBef>
              <a:spcAft>
                <a:spcPts val="0"/>
              </a:spcAft>
              <a:buSzPts val="1000"/>
              <a:buNone/>
              <a:defRPr sz="1000"/>
            </a:lvl5pPr>
            <a:lvl6pPr indent="-228600" lvl="5" marL="2743200" algn="l">
              <a:lnSpc>
                <a:spcPct val="120000"/>
              </a:lnSpc>
              <a:spcBef>
                <a:spcPts val="500"/>
              </a:spcBef>
              <a:spcAft>
                <a:spcPts val="0"/>
              </a:spcAft>
              <a:buSzPts val="1000"/>
              <a:buNone/>
              <a:defRPr sz="1000"/>
            </a:lvl6pPr>
            <a:lvl7pPr indent="-228600" lvl="6" marL="3200400" algn="l">
              <a:lnSpc>
                <a:spcPct val="120000"/>
              </a:lnSpc>
              <a:spcBef>
                <a:spcPts val="500"/>
              </a:spcBef>
              <a:spcAft>
                <a:spcPts val="0"/>
              </a:spcAft>
              <a:buSzPts val="1000"/>
              <a:buNone/>
              <a:defRPr sz="1000"/>
            </a:lvl7pPr>
            <a:lvl8pPr indent="-228600" lvl="7" marL="3657600" algn="l">
              <a:lnSpc>
                <a:spcPct val="120000"/>
              </a:lnSpc>
              <a:spcBef>
                <a:spcPts val="500"/>
              </a:spcBef>
              <a:spcAft>
                <a:spcPts val="0"/>
              </a:spcAft>
              <a:buSzPts val="1000"/>
              <a:buNone/>
              <a:defRPr sz="1000"/>
            </a:lvl8pPr>
            <a:lvl9pPr indent="-228600" lvl="8" marL="4114800" algn="l">
              <a:lnSpc>
                <a:spcPct val="120000"/>
              </a:lnSpc>
              <a:spcBef>
                <a:spcPts val="500"/>
              </a:spcBef>
              <a:spcAft>
                <a:spcPts val="0"/>
              </a:spcAft>
              <a:buSzPts val="1000"/>
              <a:buNone/>
              <a:defRPr sz="1000"/>
            </a:lvl9pPr>
          </a:lstStyle>
          <a:p/>
        </p:txBody>
      </p:sp>
      <p:sp>
        <p:nvSpPr>
          <p:cNvPr id="75" name="Google Shape;75;p10"/>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0"/>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0"/>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78" name="Shape 78"/>
        <p:cNvGrpSpPr/>
        <p:nvPr/>
      </p:nvGrpSpPr>
      <p:grpSpPr>
        <a:xfrm>
          <a:off x="0" y="0"/>
          <a:ext cx="0" cy="0"/>
          <a:chOff x="0" y="0"/>
          <a:chExt cx="0" cy="0"/>
        </a:xfrm>
      </p:grpSpPr>
      <p:pic>
        <p:nvPicPr>
          <p:cNvPr descr="Droplets-HD-Content-R1d.png" id="79" name="Google Shape;79;p11"/>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80" name="Google Shape;80;p11"/>
          <p:cNvSpPr txBox="1"/>
          <p:nvPr>
            <p:ph type="title"/>
          </p:nvPr>
        </p:nvSpPr>
        <p:spPr>
          <a:xfrm>
            <a:off x="913794" y="4289374"/>
            <a:ext cx="10364432" cy="81161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3200"/>
              <a:buFont typeface="Twentieth Centur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1"/>
          <p:cNvSpPr/>
          <p:nvPr>
            <p:ph idx="2" type="pic"/>
          </p:nvPr>
        </p:nvSpPr>
        <p:spPr>
          <a:xfrm>
            <a:off x="1184744" y="698261"/>
            <a:ext cx="9822532" cy="3214136"/>
          </a:xfrm>
          <a:prstGeom prst="roundRect">
            <a:avLst>
              <a:gd fmla="val 4944" name="adj"/>
            </a:avLst>
          </a:prstGeom>
          <a:noFill/>
          <a:ln cap="sq" cmpd="sng" w="82550">
            <a:solidFill>
              <a:srgbClr val="EAEAEA"/>
            </a:solidFill>
            <a:prstDash val="solid"/>
            <a:miter lim="80"/>
            <a:headEnd len="sm" w="sm" type="none"/>
            <a:tailEnd len="sm" w="sm" type="none"/>
          </a:ln>
        </p:spPr>
      </p:sp>
      <p:sp>
        <p:nvSpPr>
          <p:cNvPr id="82" name="Google Shape;82;p11"/>
          <p:cNvSpPr txBox="1"/>
          <p:nvPr>
            <p:ph idx="1" type="body"/>
          </p:nvPr>
        </p:nvSpPr>
        <p:spPr>
          <a:xfrm>
            <a:off x="913774" y="5108728"/>
            <a:ext cx="10364452" cy="682472"/>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SzPts val="1600"/>
              <a:buNone/>
              <a:defRPr sz="1600"/>
            </a:lvl1pPr>
            <a:lvl2pPr indent="-228600" lvl="1" marL="914400" algn="l">
              <a:lnSpc>
                <a:spcPct val="120000"/>
              </a:lnSpc>
              <a:spcBef>
                <a:spcPts val="500"/>
              </a:spcBef>
              <a:spcAft>
                <a:spcPts val="0"/>
              </a:spcAft>
              <a:buSzPts val="1400"/>
              <a:buNone/>
              <a:defRPr sz="1400"/>
            </a:lvl2pPr>
            <a:lvl3pPr indent="-228600" lvl="2" marL="1371600" algn="l">
              <a:lnSpc>
                <a:spcPct val="120000"/>
              </a:lnSpc>
              <a:spcBef>
                <a:spcPts val="500"/>
              </a:spcBef>
              <a:spcAft>
                <a:spcPts val="0"/>
              </a:spcAft>
              <a:buSzPts val="1200"/>
              <a:buNone/>
              <a:defRPr sz="1200"/>
            </a:lvl3pPr>
            <a:lvl4pPr indent="-228600" lvl="3" marL="1828800" algn="l">
              <a:lnSpc>
                <a:spcPct val="120000"/>
              </a:lnSpc>
              <a:spcBef>
                <a:spcPts val="500"/>
              </a:spcBef>
              <a:spcAft>
                <a:spcPts val="0"/>
              </a:spcAft>
              <a:buSzPts val="1000"/>
              <a:buNone/>
              <a:defRPr sz="1000"/>
            </a:lvl4pPr>
            <a:lvl5pPr indent="-228600" lvl="4" marL="2286000" algn="l">
              <a:lnSpc>
                <a:spcPct val="120000"/>
              </a:lnSpc>
              <a:spcBef>
                <a:spcPts val="500"/>
              </a:spcBef>
              <a:spcAft>
                <a:spcPts val="0"/>
              </a:spcAft>
              <a:buSzPts val="1000"/>
              <a:buNone/>
              <a:defRPr sz="1000"/>
            </a:lvl5pPr>
            <a:lvl6pPr indent="-228600" lvl="5" marL="2743200" algn="l">
              <a:lnSpc>
                <a:spcPct val="120000"/>
              </a:lnSpc>
              <a:spcBef>
                <a:spcPts val="500"/>
              </a:spcBef>
              <a:spcAft>
                <a:spcPts val="0"/>
              </a:spcAft>
              <a:buSzPts val="1000"/>
              <a:buNone/>
              <a:defRPr sz="1000"/>
            </a:lvl6pPr>
            <a:lvl7pPr indent="-228600" lvl="6" marL="3200400" algn="l">
              <a:lnSpc>
                <a:spcPct val="120000"/>
              </a:lnSpc>
              <a:spcBef>
                <a:spcPts val="500"/>
              </a:spcBef>
              <a:spcAft>
                <a:spcPts val="0"/>
              </a:spcAft>
              <a:buSzPts val="1000"/>
              <a:buNone/>
              <a:defRPr sz="1000"/>
            </a:lvl7pPr>
            <a:lvl8pPr indent="-228600" lvl="7" marL="3657600" algn="l">
              <a:lnSpc>
                <a:spcPct val="120000"/>
              </a:lnSpc>
              <a:spcBef>
                <a:spcPts val="500"/>
              </a:spcBef>
              <a:spcAft>
                <a:spcPts val="0"/>
              </a:spcAft>
              <a:buSzPts val="1000"/>
              <a:buNone/>
              <a:defRPr sz="1000"/>
            </a:lvl8pPr>
            <a:lvl9pPr indent="-228600" lvl="8" marL="4114800" algn="l">
              <a:lnSpc>
                <a:spcPct val="120000"/>
              </a:lnSpc>
              <a:spcBef>
                <a:spcPts val="500"/>
              </a:spcBef>
              <a:spcAft>
                <a:spcPts val="0"/>
              </a:spcAft>
              <a:buSzPts val="1000"/>
              <a:buNone/>
              <a:defRPr sz="1000"/>
            </a:lvl9pPr>
          </a:lstStyle>
          <a:p/>
        </p:txBody>
      </p:sp>
      <p:sp>
        <p:nvSpPr>
          <p:cNvPr id="83" name="Google Shape;83;p11"/>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11"/>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11"/>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86" name="Shape 86"/>
        <p:cNvGrpSpPr/>
        <p:nvPr/>
      </p:nvGrpSpPr>
      <p:grpSpPr>
        <a:xfrm>
          <a:off x="0" y="0"/>
          <a:ext cx="0" cy="0"/>
          <a:chOff x="0" y="0"/>
          <a:chExt cx="0" cy="0"/>
        </a:xfrm>
      </p:grpSpPr>
      <p:pic>
        <p:nvPicPr>
          <p:cNvPr descr="Droplets-HD-Content-R1d.png" id="87" name="Google Shape;87;p12"/>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88" name="Google Shape;88;p12"/>
          <p:cNvSpPr txBox="1"/>
          <p:nvPr>
            <p:ph type="title"/>
          </p:nvPr>
        </p:nvSpPr>
        <p:spPr>
          <a:xfrm>
            <a:off x="913774" y="609599"/>
            <a:ext cx="10364452" cy="3427245"/>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3200"/>
              <a:buFont typeface="Twentieth Centur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12"/>
          <p:cNvSpPr txBox="1"/>
          <p:nvPr>
            <p:ph idx="1" type="body"/>
          </p:nvPr>
        </p:nvSpPr>
        <p:spPr>
          <a:xfrm>
            <a:off x="913775" y="4204821"/>
            <a:ext cx="10364452" cy="1586380"/>
          </a:xfrm>
          <a:prstGeom prst="rect">
            <a:avLst/>
          </a:prstGeom>
          <a:noFill/>
          <a:ln>
            <a:noFill/>
          </a:ln>
        </p:spPr>
        <p:txBody>
          <a:bodyPr anchorCtr="0" anchor="ctr" bIns="45700" lIns="91425" spcFirstLastPara="1" rIns="91425" wrap="square" tIns="45700">
            <a:normAutofit/>
          </a:bodyPr>
          <a:lstStyle>
            <a:lvl1pPr indent="-228600" lvl="0" marL="457200" algn="ctr">
              <a:lnSpc>
                <a:spcPct val="120000"/>
              </a:lnSpc>
              <a:spcBef>
                <a:spcPts val="1000"/>
              </a:spcBef>
              <a:spcAft>
                <a:spcPts val="0"/>
              </a:spcAft>
              <a:buSzPts val="1600"/>
              <a:buNone/>
              <a:defRPr sz="1600"/>
            </a:lvl1pPr>
            <a:lvl2pPr indent="-228600" lvl="1" marL="914400" algn="l">
              <a:lnSpc>
                <a:spcPct val="120000"/>
              </a:lnSpc>
              <a:spcBef>
                <a:spcPts val="500"/>
              </a:spcBef>
              <a:spcAft>
                <a:spcPts val="0"/>
              </a:spcAft>
              <a:buSzPts val="1400"/>
              <a:buNone/>
              <a:defRPr sz="1400"/>
            </a:lvl2pPr>
            <a:lvl3pPr indent="-228600" lvl="2" marL="1371600" algn="l">
              <a:lnSpc>
                <a:spcPct val="120000"/>
              </a:lnSpc>
              <a:spcBef>
                <a:spcPts val="500"/>
              </a:spcBef>
              <a:spcAft>
                <a:spcPts val="0"/>
              </a:spcAft>
              <a:buSzPts val="1200"/>
              <a:buNone/>
              <a:defRPr sz="1200"/>
            </a:lvl3pPr>
            <a:lvl4pPr indent="-228600" lvl="3" marL="1828800" algn="l">
              <a:lnSpc>
                <a:spcPct val="120000"/>
              </a:lnSpc>
              <a:spcBef>
                <a:spcPts val="500"/>
              </a:spcBef>
              <a:spcAft>
                <a:spcPts val="0"/>
              </a:spcAft>
              <a:buSzPts val="1000"/>
              <a:buNone/>
              <a:defRPr sz="1000"/>
            </a:lvl4pPr>
            <a:lvl5pPr indent="-228600" lvl="4" marL="2286000" algn="l">
              <a:lnSpc>
                <a:spcPct val="120000"/>
              </a:lnSpc>
              <a:spcBef>
                <a:spcPts val="500"/>
              </a:spcBef>
              <a:spcAft>
                <a:spcPts val="0"/>
              </a:spcAft>
              <a:buSzPts val="1000"/>
              <a:buNone/>
              <a:defRPr sz="1000"/>
            </a:lvl5pPr>
            <a:lvl6pPr indent="-228600" lvl="5" marL="2743200" algn="l">
              <a:lnSpc>
                <a:spcPct val="120000"/>
              </a:lnSpc>
              <a:spcBef>
                <a:spcPts val="500"/>
              </a:spcBef>
              <a:spcAft>
                <a:spcPts val="0"/>
              </a:spcAft>
              <a:buSzPts val="1000"/>
              <a:buNone/>
              <a:defRPr sz="1000"/>
            </a:lvl6pPr>
            <a:lvl7pPr indent="-228600" lvl="6" marL="3200400" algn="l">
              <a:lnSpc>
                <a:spcPct val="120000"/>
              </a:lnSpc>
              <a:spcBef>
                <a:spcPts val="500"/>
              </a:spcBef>
              <a:spcAft>
                <a:spcPts val="0"/>
              </a:spcAft>
              <a:buSzPts val="1000"/>
              <a:buNone/>
              <a:defRPr sz="1000"/>
            </a:lvl7pPr>
            <a:lvl8pPr indent="-228600" lvl="7" marL="3657600" algn="l">
              <a:lnSpc>
                <a:spcPct val="120000"/>
              </a:lnSpc>
              <a:spcBef>
                <a:spcPts val="500"/>
              </a:spcBef>
              <a:spcAft>
                <a:spcPts val="0"/>
              </a:spcAft>
              <a:buSzPts val="1000"/>
              <a:buNone/>
              <a:defRPr sz="1000"/>
            </a:lvl8pPr>
            <a:lvl9pPr indent="-228600" lvl="8" marL="4114800" algn="l">
              <a:lnSpc>
                <a:spcPct val="120000"/>
              </a:lnSpc>
              <a:spcBef>
                <a:spcPts val="500"/>
              </a:spcBef>
              <a:spcAft>
                <a:spcPts val="0"/>
              </a:spcAft>
              <a:buSzPts val="1000"/>
              <a:buNone/>
              <a:defRPr sz="1000"/>
            </a:lvl9pPr>
          </a:lstStyle>
          <a:p/>
        </p:txBody>
      </p:sp>
      <p:sp>
        <p:nvSpPr>
          <p:cNvPr id="90" name="Google Shape;90;p12"/>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12"/>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12"/>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93" name="Shape 93"/>
        <p:cNvGrpSpPr/>
        <p:nvPr/>
      </p:nvGrpSpPr>
      <p:grpSpPr>
        <a:xfrm>
          <a:off x="0" y="0"/>
          <a:ext cx="0" cy="0"/>
          <a:chOff x="0" y="0"/>
          <a:chExt cx="0" cy="0"/>
        </a:xfrm>
      </p:grpSpPr>
      <p:pic>
        <p:nvPicPr>
          <p:cNvPr descr="Droplets-HD-Content-R1d.png" id="94" name="Google Shape;94;p13"/>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95" name="Google Shape;95;p13"/>
          <p:cNvSpPr txBox="1"/>
          <p:nvPr>
            <p:ph type="title"/>
          </p:nvPr>
        </p:nvSpPr>
        <p:spPr>
          <a:xfrm>
            <a:off x="1446212" y="609600"/>
            <a:ext cx="9302752" cy="2992904"/>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3200"/>
              <a:buFont typeface="Twentieth Centur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13"/>
          <p:cNvSpPr txBox="1"/>
          <p:nvPr>
            <p:ph idx="1" type="body"/>
          </p:nvPr>
        </p:nvSpPr>
        <p:spPr>
          <a:xfrm>
            <a:off x="1720644" y="3610032"/>
            <a:ext cx="8752299" cy="594788"/>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SzPts val="1400"/>
              <a:buNone/>
              <a:defRPr sz="1400"/>
            </a:lvl1pPr>
            <a:lvl2pPr indent="-228600" lvl="1" marL="914400" algn="l">
              <a:lnSpc>
                <a:spcPct val="120000"/>
              </a:lnSpc>
              <a:spcBef>
                <a:spcPts val="500"/>
              </a:spcBef>
              <a:spcAft>
                <a:spcPts val="0"/>
              </a:spcAft>
              <a:buSzPts val="1400"/>
              <a:buNone/>
              <a:defRPr sz="1400"/>
            </a:lvl2pPr>
            <a:lvl3pPr indent="-228600" lvl="2" marL="1371600" algn="l">
              <a:lnSpc>
                <a:spcPct val="120000"/>
              </a:lnSpc>
              <a:spcBef>
                <a:spcPts val="500"/>
              </a:spcBef>
              <a:spcAft>
                <a:spcPts val="0"/>
              </a:spcAft>
              <a:buSzPts val="1200"/>
              <a:buNone/>
              <a:defRPr sz="1200"/>
            </a:lvl3pPr>
            <a:lvl4pPr indent="-228600" lvl="3" marL="1828800" algn="l">
              <a:lnSpc>
                <a:spcPct val="120000"/>
              </a:lnSpc>
              <a:spcBef>
                <a:spcPts val="500"/>
              </a:spcBef>
              <a:spcAft>
                <a:spcPts val="0"/>
              </a:spcAft>
              <a:buSzPts val="1000"/>
              <a:buNone/>
              <a:defRPr sz="1000"/>
            </a:lvl4pPr>
            <a:lvl5pPr indent="-228600" lvl="4" marL="2286000" algn="l">
              <a:lnSpc>
                <a:spcPct val="120000"/>
              </a:lnSpc>
              <a:spcBef>
                <a:spcPts val="500"/>
              </a:spcBef>
              <a:spcAft>
                <a:spcPts val="0"/>
              </a:spcAft>
              <a:buSzPts val="1000"/>
              <a:buNone/>
              <a:defRPr sz="1000"/>
            </a:lvl5pPr>
            <a:lvl6pPr indent="-228600" lvl="5" marL="2743200" algn="l">
              <a:lnSpc>
                <a:spcPct val="120000"/>
              </a:lnSpc>
              <a:spcBef>
                <a:spcPts val="500"/>
              </a:spcBef>
              <a:spcAft>
                <a:spcPts val="0"/>
              </a:spcAft>
              <a:buSzPts val="1000"/>
              <a:buNone/>
              <a:defRPr sz="1000"/>
            </a:lvl6pPr>
            <a:lvl7pPr indent="-228600" lvl="6" marL="3200400" algn="l">
              <a:lnSpc>
                <a:spcPct val="120000"/>
              </a:lnSpc>
              <a:spcBef>
                <a:spcPts val="500"/>
              </a:spcBef>
              <a:spcAft>
                <a:spcPts val="0"/>
              </a:spcAft>
              <a:buSzPts val="1000"/>
              <a:buNone/>
              <a:defRPr sz="1000"/>
            </a:lvl7pPr>
            <a:lvl8pPr indent="-228600" lvl="7" marL="3657600" algn="l">
              <a:lnSpc>
                <a:spcPct val="120000"/>
              </a:lnSpc>
              <a:spcBef>
                <a:spcPts val="500"/>
              </a:spcBef>
              <a:spcAft>
                <a:spcPts val="0"/>
              </a:spcAft>
              <a:buSzPts val="1000"/>
              <a:buNone/>
              <a:defRPr sz="1000"/>
            </a:lvl8pPr>
            <a:lvl9pPr indent="-228600" lvl="8" marL="4114800" algn="l">
              <a:lnSpc>
                <a:spcPct val="120000"/>
              </a:lnSpc>
              <a:spcBef>
                <a:spcPts val="500"/>
              </a:spcBef>
              <a:spcAft>
                <a:spcPts val="0"/>
              </a:spcAft>
              <a:buSzPts val="1000"/>
              <a:buNone/>
              <a:defRPr sz="1000"/>
            </a:lvl9pPr>
          </a:lstStyle>
          <a:p/>
        </p:txBody>
      </p:sp>
      <p:sp>
        <p:nvSpPr>
          <p:cNvPr id="97" name="Google Shape;97;p13"/>
          <p:cNvSpPr txBox="1"/>
          <p:nvPr>
            <p:ph idx="2" type="body"/>
          </p:nvPr>
        </p:nvSpPr>
        <p:spPr>
          <a:xfrm>
            <a:off x="913774" y="4372796"/>
            <a:ext cx="10364452" cy="1421053"/>
          </a:xfrm>
          <a:prstGeom prst="rect">
            <a:avLst/>
          </a:prstGeom>
          <a:noFill/>
          <a:ln>
            <a:noFill/>
          </a:ln>
        </p:spPr>
        <p:txBody>
          <a:bodyPr anchorCtr="0" anchor="ctr" bIns="45700" lIns="91425" spcFirstLastPara="1" rIns="91425" wrap="square" tIns="45700">
            <a:normAutofit/>
          </a:bodyPr>
          <a:lstStyle>
            <a:lvl1pPr indent="-228600" lvl="0" marL="457200" algn="ctr">
              <a:lnSpc>
                <a:spcPct val="120000"/>
              </a:lnSpc>
              <a:spcBef>
                <a:spcPts val="1000"/>
              </a:spcBef>
              <a:spcAft>
                <a:spcPts val="0"/>
              </a:spcAft>
              <a:buSzPts val="1600"/>
              <a:buNone/>
              <a:defRPr sz="1600"/>
            </a:lvl1pPr>
            <a:lvl2pPr indent="-228600" lvl="1" marL="914400" algn="l">
              <a:lnSpc>
                <a:spcPct val="120000"/>
              </a:lnSpc>
              <a:spcBef>
                <a:spcPts val="500"/>
              </a:spcBef>
              <a:spcAft>
                <a:spcPts val="0"/>
              </a:spcAft>
              <a:buSzPts val="1400"/>
              <a:buNone/>
              <a:defRPr sz="1400"/>
            </a:lvl2pPr>
            <a:lvl3pPr indent="-228600" lvl="2" marL="1371600" algn="l">
              <a:lnSpc>
                <a:spcPct val="120000"/>
              </a:lnSpc>
              <a:spcBef>
                <a:spcPts val="500"/>
              </a:spcBef>
              <a:spcAft>
                <a:spcPts val="0"/>
              </a:spcAft>
              <a:buSzPts val="1200"/>
              <a:buNone/>
              <a:defRPr sz="1200"/>
            </a:lvl3pPr>
            <a:lvl4pPr indent="-228600" lvl="3" marL="1828800" algn="l">
              <a:lnSpc>
                <a:spcPct val="120000"/>
              </a:lnSpc>
              <a:spcBef>
                <a:spcPts val="500"/>
              </a:spcBef>
              <a:spcAft>
                <a:spcPts val="0"/>
              </a:spcAft>
              <a:buSzPts val="1000"/>
              <a:buNone/>
              <a:defRPr sz="1000"/>
            </a:lvl4pPr>
            <a:lvl5pPr indent="-228600" lvl="4" marL="2286000" algn="l">
              <a:lnSpc>
                <a:spcPct val="120000"/>
              </a:lnSpc>
              <a:spcBef>
                <a:spcPts val="500"/>
              </a:spcBef>
              <a:spcAft>
                <a:spcPts val="0"/>
              </a:spcAft>
              <a:buSzPts val="1000"/>
              <a:buNone/>
              <a:defRPr sz="1000"/>
            </a:lvl5pPr>
            <a:lvl6pPr indent="-228600" lvl="5" marL="2743200" algn="l">
              <a:lnSpc>
                <a:spcPct val="120000"/>
              </a:lnSpc>
              <a:spcBef>
                <a:spcPts val="500"/>
              </a:spcBef>
              <a:spcAft>
                <a:spcPts val="0"/>
              </a:spcAft>
              <a:buSzPts val="1000"/>
              <a:buNone/>
              <a:defRPr sz="1000"/>
            </a:lvl6pPr>
            <a:lvl7pPr indent="-228600" lvl="6" marL="3200400" algn="l">
              <a:lnSpc>
                <a:spcPct val="120000"/>
              </a:lnSpc>
              <a:spcBef>
                <a:spcPts val="500"/>
              </a:spcBef>
              <a:spcAft>
                <a:spcPts val="0"/>
              </a:spcAft>
              <a:buSzPts val="1000"/>
              <a:buNone/>
              <a:defRPr sz="1000"/>
            </a:lvl7pPr>
            <a:lvl8pPr indent="-228600" lvl="7" marL="3657600" algn="l">
              <a:lnSpc>
                <a:spcPct val="120000"/>
              </a:lnSpc>
              <a:spcBef>
                <a:spcPts val="500"/>
              </a:spcBef>
              <a:spcAft>
                <a:spcPts val="0"/>
              </a:spcAft>
              <a:buSzPts val="1000"/>
              <a:buNone/>
              <a:defRPr sz="1000"/>
            </a:lvl8pPr>
            <a:lvl9pPr indent="-228600" lvl="8" marL="4114800" algn="l">
              <a:lnSpc>
                <a:spcPct val="120000"/>
              </a:lnSpc>
              <a:spcBef>
                <a:spcPts val="500"/>
              </a:spcBef>
              <a:spcAft>
                <a:spcPts val="0"/>
              </a:spcAft>
              <a:buSzPts val="1000"/>
              <a:buNone/>
              <a:defRPr sz="1000"/>
            </a:lvl9pPr>
          </a:lstStyle>
          <a:p/>
        </p:txBody>
      </p:sp>
      <p:sp>
        <p:nvSpPr>
          <p:cNvPr id="98" name="Google Shape;98;p13"/>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13"/>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13"/>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IN"/>
              <a:t>‹#›</a:t>
            </a:fld>
            <a:endParaRPr/>
          </a:p>
        </p:txBody>
      </p:sp>
      <p:sp>
        <p:nvSpPr>
          <p:cNvPr id="101" name="Google Shape;101;p13"/>
          <p:cNvSpPr txBox="1"/>
          <p:nvPr/>
        </p:nvSpPr>
        <p:spPr>
          <a:xfrm>
            <a:off x="1001488" y="754166"/>
            <a:ext cx="609600" cy="58477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000"/>
              <a:buFont typeface="Twentieth Century"/>
              <a:buNone/>
            </a:pPr>
            <a:r>
              <a:rPr b="0" i="0" lang="en-IN" sz="8000" u="none" cap="none" strike="noStrike">
                <a:solidFill>
                  <a:schemeClr val="dk1"/>
                </a:solidFill>
                <a:latin typeface="Twentieth Century"/>
                <a:ea typeface="Twentieth Century"/>
                <a:cs typeface="Twentieth Century"/>
                <a:sym typeface="Twentieth Century"/>
              </a:rPr>
              <a:t>“</a:t>
            </a:r>
            <a:endParaRPr b="0" i="0" sz="1400" u="none" cap="none" strike="noStrike">
              <a:solidFill>
                <a:srgbClr val="000000"/>
              </a:solidFill>
              <a:latin typeface="Arial"/>
              <a:ea typeface="Arial"/>
              <a:cs typeface="Arial"/>
              <a:sym typeface="Arial"/>
            </a:endParaRPr>
          </a:p>
        </p:txBody>
      </p:sp>
      <p:sp>
        <p:nvSpPr>
          <p:cNvPr id="102" name="Google Shape;102;p13"/>
          <p:cNvSpPr txBox="1"/>
          <p:nvPr/>
        </p:nvSpPr>
        <p:spPr>
          <a:xfrm>
            <a:off x="10557558" y="2993578"/>
            <a:ext cx="609600"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8000"/>
              <a:buFont typeface="Twentieth Century"/>
              <a:buNone/>
            </a:pPr>
            <a:r>
              <a:rPr b="0" i="0" lang="en-IN" sz="8000" u="none" cap="none" strike="noStrike">
                <a:solidFill>
                  <a:schemeClr val="dk1"/>
                </a:solidFill>
                <a:latin typeface="Twentieth Century"/>
                <a:ea typeface="Twentieth Century"/>
                <a:cs typeface="Twentieth Century"/>
                <a:sym typeface="Twentieth Century"/>
              </a:rPr>
              <a:t>”</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03" name="Shape 103"/>
        <p:cNvGrpSpPr/>
        <p:nvPr/>
      </p:nvGrpSpPr>
      <p:grpSpPr>
        <a:xfrm>
          <a:off x="0" y="0"/>
          <a:ext cx="0" cy="0"/>
          <a:chOff x="0" y="0"/>
          <a:chExt cx="0" cy="0"/>
        </a:xfrm>
      </p:grpSpPr>
      <p:pic>
        <p:nvPicPr>
          <p:cNvPr descr="Droplets-HD-Content-R1d.png" id="104" name="Google Shape;104;p14"/>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05" name="Google Shape;105;p14"/>
          <p:cNvSpPr txBox="1"/>
          <p:nvPr>
            <p:ph type="title"/>
          </p:nvPr>
        </p:nvSpPr>
        <p:spPr>
          <a:xfrm>
            <a:off x="913775" y="2138721"/>
            <a:ext cx="10364452" cy="2511835"/>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3200"/>
              <a:buFont typeface="Twentieth Centur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14"/>
          <p:cNvSpPr txBox="1"/>
          <p:nvPr>
            <p:ph idx="1" type="body"/>
          </p:nvPr>
        </p:nvSpPr>
        <p:spPr>
          <a:xfrm>
            <a:off x="913775" y="4662335"/>
            <a:ext cx="10364452" cy="1140644"/>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SzPts val="1600"/>
              <a:buNone/>
              <a:defRPr sz="1600"/>
            </a:lvl1pPr>
            <a:lvl2pPr indent="-228600" lvl="1" marL="914400" algn="l">
              <a:lnSpc>
                <a:spcPct val="120000"/>
              </a:lnSpc>
              <a:spcBef>
                <a:spcPts val="500"/>
              </a:spcBef>
              <a:spcAft>
                <a:spcPts val="0"/>
              </a:spcAft>
              <a:buSzPts val="1400"/>
              <a:buNone/>
              <a:defRPr sz="1400"/>
            </a:lvl2pPr>
            <a:lvl3pPr indent="-228600" lvl="2" marL="1371600" algn="l">
              <a:lnSpc>
                <a:spcPct val="120000"/>
              </a:lnSpc>
              <a:spcBef>
                <a:spcPts val="500"/>
              </a:spcBef>
              <a:spcAft>
                <a:spcPts val="0"/>
              </a:spcAft>
              <a:buSzPts val="1200"/>
              <a:buNone/>
              <a:defRPr sz="1200"/>
            </a:lvl3pPr>
            <a:lvl4pPr indent="-228600" lvl="3" marL="1828800" algn="l">
              <a:lnSpc>
                <a:spcPct val="120000"/>
              </a:lnSpc>
              <a:spcBef>
                <a:spcPts val="500"/>
              </a:spcBef>
              <a:spcAft>
                <a:spcPts val="0"/>
              </a:spcAft>
              <a:buSzPts val="1000"/>
              <a:buNone/>
              <a:defRPr sz="1000"/>
            </a:lvl4pPr>
            <a:lvl5pPr indent="-228600" lvl="4" marL="2286000" algn="l">
              <a:lnSpc>
                <a:spcPct val="120000"/>
              </a:lnSpc>
              <a:spcBef>
                <a:spcPts val="500"/>
              </a:spcBef>
              <a:spcAft>
                <a:spcPts val="0"/>
              </a:spcAft>
              <a:buSzPts val="1000"/>
              <a:buNone/>
              <a:defRPr sz="1000"/>
            </a:lvl5pPr>
            <a:lvl6pPr indent="-228600" lvl="5" marL="2743200" algn="l">
              <a:lnSpc>
                <a:spcPct val="120000"/>
              </a:lnSpc>
              <a:spcBef>
                <a:spcPts val="500"/>
              </a:spcBef>
              <a:spcAft>
                <a:spcPts val="0"/>
              </a:spcAft>
              <a:buSzPts val="1000"/>
              <a:buNone/>
              <a:defRPr sz="1000"/>
            </a:lvl6pPr>
            <a:lvl7pPr indent="-228600" lvl="6" marL="3200400" algn="l">
              <a:lnSpc>
                <a:spcPct val="120000"/>
              </a:lnSpc>
              <a:spcBef>
                <a:spcPts val="500"/>
              </a:spcBef>
              <a:spcAft>
                <a:spcPts val="0"/>
              </a:spcAft>
              <a:buSzPts val="1000"/>
              <a:buNone/>
              <a:defRPr sz="1000"/>
            </a:lvl7pPr>
            <a:lvl8pPr indent="-228600" lvl="7" marL="3657600" algn="l">
              <a:lnSpc>
                <a:spcPct val="120000"/>
              </a:lnSpc>
              <a:spcBef>
                <a:spcPts val="500"/>
              </a:spcBef>
              <a:spcAft>
                <a:spcPts val="0"/>
              </a:spcAft>
              <a:buSzPts val="1000"/>
              <a:buNone/>
              <a:defRPr sz="1000"/>
            </a:lvl8pPr>
            <a:lvl9pPr indent="-228600" lvl="8" marL="4114800" algn="l">
              <a:lnSpc>
                <a:spcPct val="120000"/>
              </a:lnSpc>
              <a:spcBef>
                <a:spcPts val="500"/>
              </a:spcBef>
              <a:spcAft>
                <a:spcPts val="0"/>
              </a:spcAft>
              <a:buSzPts val="1000"/>
              <a:buNone/>
              <a:defRPr sz="1000"/>
            </a:lvl9pPr>
          </a:lstStyle>
          <a:p/>
        </p:txBody>
      </p:sp>
      <p:sp>
        <p:nvSpPr>
          <p:cNvPr id="107" name="Google Shape;107;p14"/>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14"/>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 name="Google Shape;109;p14"/>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10" name="Shape 110"/>
        <p:cNvGrpSpPr/>
        <p:nvPr/>
      </p:nvGrpSpPr>
      <p:grpSpPr>
        <a:xfrm>
          <a:off x="0" y="0"/>
          <a:ext cx="0" cy="0"/>
          <a:chOff x="0" y="0"/>
          <a:chExt cx="0" cy="0"/>
        </a:xfrm>
      </p:grpSpPr>
      <p:pic>
        <p:nvPicPr>
          <p:cNvPr descr="Droplets-HD-Content-R1d.png" id="111" name="Google Shape;111;p15"/>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12" name="Google Shape;112;p15"/>
          <p:cNvSpPr txBox="1"/>
          <p:nvPr>
            <p:ph type="title"/>
          </p:nvPr>
        </p:nvSpPr>
        <p:spPr>
          <a:xfrm>
            <a:off x="913774" y="609600"/>
            <a:ext cx="10364452" cy="1605094"/>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p15"/>
          <p:cNvSpPr txBox="1"/>
          <p:nvPr>
            <p:ph idx="1" type="body"/>
          </p:nvPr>
        </p:nvSpPr>
        <p:spPr>
          <a:xfrm>
            <a:off x="913774" y="2367093"/>
            <a:ext cx="3298976" cy="576262"/>
          </a:xfrm>
          <a:prstGeom prst="rect">
            <a:avLst/>
          </a:prstGeom>
          <a:noFill/>
          <a:ln>
            <a:noFill/>
          </a:ln>
        </p:spPr>
        <p:txBody>
          <a:bodyPr anchorCtr="0" anchor="b" bIns="45700" lIns="91425" spcFirstLastPara="1" rIns="91425" wrap="square" tIns="45700">
            <a:noAutofit/>
          </a:bodyPr>
          <a:lstStyle>
            <a:lvl1pPr indent="-228600" lvl="0" marL="457200" algn="ctr">
              <a:lnSpc>
                <a:spcPct val="85000"/>
              </a:lnSpc>
              <a:spcBef>
                <a:spcPts val="1000"/>
              </a:spcBef>
              <a:spcAft>
                <a:spcPts val="0"/>
              </a:spcAft>
              <a:buSzPts val="2400"/>
              <a:buNone/>
              <a:defRPr b="0" sz="2400">
                <a:solidFill>
                  <a:schemeClr val="dk1"/>
                </a:solidFill>
              </a:defRPr>
            </a:lvl1pPr>
            <a:lvl2pPr indent="-228600" lvl="1" marL="914400" algn="l">
              <a:lnSpc>
                <a:spcPct val="120000"/>
              </a:lnSpc>
              <a:spcBef>
                <a:spcPts val="500"/>
              </a:spcBef>
              <a:spcAft>
                <a:spcPts val="0"/>
              </a:spcAft>
              <a:buSzPts val="2000"/>
              <a:buNone/>
              <a:defRPr b="1" sz="2000"/>
            </a:lvl2pPr>
            <a:lvl3pPr indent="-228600" lvl="2" marL="1371600" algn="l">
              <a:lnSpc>
                <a:spcPct val="120000"/>
              </a:lnSpc>
              <a:spcBef>
                <a:spcPts val="500"/>
              </a:spcBef>
              <a:spcAft>
                <a:spcPts val="0"/>
              </a:spcAft>
              <a:buSzPts val="1800"/>
              <a:buNone/>
              <a:defRPr b="1" sz="1800"/>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120000"/>
              </a:lnSpc>
              <a:spcBef>
                <a:spcPts val="500"/>
              </a:spcBef>
              <a:spcAft>
                <a:spcPts val="0"/>
              </a:spcAft>
              <a:buSzPts val="1600"/>
              <a:buNone/>
              <a:defRPr b="1" sz="1600"/>
            </a:lvl6pPr>
            <a:lvl7pPr indent="-228600" lvl="6" marL="3200400" algn="l">
              <a:lnSpc>
                <a:spcPct val="120000"/>
              </a:lnSpc>
              <a:spcBef>
                <a:spcPts val="500"/>
              </a:spcBef>
              <a:spcAft>
                <a:spcPts val="0"/>
              </a:spcAft>
              <a:buSzPts val="1600"/>
              <a:buNone/>
              <a:defRPr b="1" sz="1600"/>
            </a:lvl7pPr>
            <a:lvl8pPr indent="-228600" lvl="7" marL="3657600" algn="l">
              <a:lnSpc>
                <a:spcPct val="120000"/>
              </a:lnSpc>
              <a:spcBef>
                <a:spcPts val="500"/>
              </a:spcBef>
              <a:spcAft>
                <a:spcPts val="0"/>
              </a:spcAft>
              <a:buSzPts val="1600"/>
              <a:buNone/>
              <a:defRPr b="1" sz="1600"/>
            </a:lvl8pPr>
            <a:lvl9pPr indent="-228600" lvl="8" marL="4114800" algn="l">
              <a:lnSpc>
                <a:spcPct val="120000"/>
              </a:lnSpc>
              <a:spcBef>
                <a:spcPts val="500"/>
              </a:spcBef>
              <a:spcAft>
                <a:spcPts val="0"/>
              </a:spcAft>
              <a:buSzPts val="1600"/>
              <a:buNone/>
              <a:defRPr b="1" sz="1600"/>
            </a:lvl9pPr>
          </a:lstStyle>
          <a:p/>
        </p:txBody>
      </p:sp>
      <p:sp>
        <p:nvSpPr>
          <p:cNvPr id="114" name="Google Shape;114;p15"/>
          <p:cNvSpPr txBox="1"/>
          <p:nvPr>
            <p:ph idx="2" type="body"/>
          </p:nvPr>
        </p:nvSpPr>
        <p:spPr>
          <a:xfrm>
            <a:off x="913774" y="2943355"/>
            <a:ext cx="3298976" cy="2847845"/>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SzPts val="1400"/>
              <a:buNone/>
              <a:defRPr sz="1400"/>
            </a:lvl1pPr>
            <a:lvl2pPr indent="-228600" lvl="1" marL="914400" algn="l">
              <a:lnSpc>
                <a:spcPct val="120000"/>
              </a:lnSpc>
              <a:spcBef>
                <a:spcPts val="500"/>
              </a:spcBef>
              <a:spcAft>
                <a:spcPts val="0"/>
              </a:spcAft>
              <a:buSzPts val="1200"/>
              <a:buNone/>
              <a:defRPr sz="1200"/>
            </a:lvl2pPr>
            <a:lvl3pPr indent="-228600" lvl="2" marL="1371600" algn="l">
              <a:lnSpc>
                <a:spcPct val="120000"/>
              </a:lnSpc>
              <a:spcBef>
                <a:spcPts val="500"/>
              </a:spcBef>
              <a:spcAft>
                <a:spcPts val="0"/>
              </a:spcAft>
              <a:buSzPts val="1000"/>
              <a:buNone/>
              <a:defRPr sz="1000"/>
            </a:lvl3pPr>
            <a:lvl4pPr indent="-228600" lvl="3" marL="1828800" algn="l">
              <a:lnSpc>
                <a:spcPct val="120000"/>
              </a:lnSpc>
              <a:spcBef>
                <a:spcPts val="500"/>
              </a:spcBef>
              <a:spcAft>
                <a:spcPts val="0"/>
              </a:spcAft>
              <a:buSzPts val="900"/>
              <a:buNone/>
              <a:defRPr sz="900"/>
            </a:lvl4pPr>
            <a:lvl5pPr indent="-228600" lvl="4" marL="2286000" algn="l">
              <a:lnSpc>
                <a:spcPct val="120000"/>
              </a:lnSpc>
              <a:spcBef>
                <a:spcPts val="500"/>
              </a:spcBef>
              <a:spcAft>
                <a:spcPts val="0"/>
              </a:spcAft>
              <a:buSzPts val="900"/>
              <a:buNone/>
              <a:defRPr sz="900"/>
            </a:lvl5pPr>
            <a:lvl6pPr indent="-228600" lvl="5" marL="2743200" algn="l">
              <a:lnSpc>
                <a:spcPct val="120000"/>
              </a:lnSpc>
              <a:spcBef>
                <a:spcPts val="500"/>
              </a:spcBef>
              <a:spcAft>
                <a:spcPts val="0"/>
              </a:spcAft>
              <a:buSzPts val="900"/>
              <a:buNone/>
              <a:defRPr sz="900"/>
            </a:lvl6pPr>
            <a:lvl7pPr indent="-228600" lvl="6" marL="3200400" algn="l">
              <a:lnSpc>
                <a:spcPct val="120000"/>
              </a:lnSpc>
              <a:spcBef>
                <a:spcPts val="500"/>
              </a:spcBef>
              <a:spcAft>
                <a:spcPts val="0"/>
              </a:spcAft>
              <a:buSzPts val="900"/>
              <a:buNone/>
              <a:defRPr sz="900"/>
            </a:lvl7pPr>
            <a:lvl8pPr indent="-228600" lvl="7" marL="3657600" algn="l">
              <a:lnSpc>
                <a:spcPct val="120000"/>
              </a:lnSpc>
              <a:spcBef>
                <a:spcPts val="500"/>
              </a:spcBef>
              <a:spcAft>
                <a:spcPts val="0"/>
              </a:spcAft>
              <a:buSzPts val="900"/>
              <a:buNone/>
              <a:defRPr sz="900"/>
            </a:lvl8pPr>
            <a:lvl9pPr indent="-228600" lvl="8" marL="4114800" algn="l">
              <a:lnSpc>
                <a:spcPct val="120000"/>
              </a:lnSpc>
              <a:spcBef>
                <a:spcPts val="500"/>
              </a:spcBef>
              <a:spcAft>
                <a:spcPts val="0"/>
              </a:spcAft>
              <a:buSzPts val="900"/>
              <a:buNone/>
              <a:defRPr sz="900"/>
            </a:lvl9pPr>
          </a:lstStyle>
          <a:p/>
        </p:txBody>
      </p:sp>
      <p:sp>
        <p:nvSpPr>
          <p:cNvPr id="115" name="Google Shape;115;p15"/>
          <p:cNvSpPr txBox="1"/>
          <p:nvPr>
            <p:ph idx="3" type="body"/>
          </p:nvPr>
        </p:nvSpPr>
        <p:spPr>
          <a:xfrm>
            <a:off x="4452389" y="2367093"/>
            <a:ext cx="3291521" cy="576262"/>
          </a:xfrm>
          <a:prstGeom prst="rect">
            <a:avLst/>
          </a:prstGeom>
          <a:noFill/>
          <a:ln>
            <a:noFill/>
          </a:ln>
        </p:spPr>
        <p:txBody>
          <a:bodyPr anchorCtr="0" anchor="b" bIns="45700" lIns="91425" spcFirstLastPara="1" rIns="91425" wrap="square" tIns="45700">
            <a:noAutofit/>
          </a:bodyPr>
          <a:lstStyle>
            <a:lvl1pPr indent="-228600" lvl="0" marL="457200" algn="ctr">
              <a:lnSpc>
                <a:spcPct val="85000"/>
              </a:lnSpc>
              <a:spcBef>
                <a:spcPts val="1000"/>
              </a:spcBef>
              <a:spcAft>
                <a:spcPts val="0"/>
              </a:spcAft>
              <a:buSzPts val="2400"/>
              <a:buNone/>
              <a:defRPr b="0" sz="2400">
                <a:solidFill>
                  <a:schemeClr val="dk1"/>
                </a:solidFill>
              </a:defRPr>
            </a:lvl1pPr>
            <a:lvl2pPr indent="-228600" lvl="1" marL="914400" algn="l">
              <a:lnSpc>
                <a:spcPct val="120000"/>
              </a:lnSpc>
              <a:spcBef>
                <a:spcPts val="500"/>
              </a:spcBef>
              <a:spcAft>
                <a:spcPts val="0"/>
              </a:spcAft>
              <a:buSzPts val="2000"/>
              <a:buNone/>
              <a:defRPr b="1" sz="2000"/>
            </a:lvl2pPr>
            <a:lvl3pPr indent="-228600" lvl="2" marL="1371600" algn="l">
              <a:lnSpc>
                <a:spcPct val="120000"/>
              </a:lnSpc>
              <a:spcBef>
                <a:spcPts val="500"/>
              </a:spcBef>
              <a:spcAft>
                <a:spcPts val="0"/>
              </a:spcAft>
              <a:buSzPts val="1800"/>
              <a:buNone/>
              <a:defRPr b="1" sz="1800"/>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120000"/>
              </a:lnSpc>
              <a:spcBef>
                <a:spcPts val="500"/>
              </a:spcBef>
              <a:spcAft>
                <a:spcPts val="0"/>
              </a:spcAft>
              <a:buSzPts val="1600"/>
              <a:buNone/>
              <a:defRPr b="1" sz="1600"/>
            </a:lvl6pPr>
            <a:lvl7pPr indent="-228600" lvl="6" marL="3200400" algn="l">
              <a:lnSpc>
                <a:spcPct val="120000"/>
              </a:lnSpc>
              <a:spcBef>
                <a:spcPts val="500"/>
              </a:spcBef>
              <a:spcAft>
                <a:spcPts val="0"/>
              </a:spcAft>
              <a:buSzPts val="1600"/>
              <a:buNone/>
              <a:defRPr b="1" sz="1600"/>
            </a:lvl7pPr>
            <a:lvl8pPr indent="-228600" lvl="7" marL="3657600" algn="l">
              <a:lnSpc>
                <a:spcPct val="120000"/>
              </a:lnSpc>
              <a:spcBef>
                <a:spcPts val="500"/>
              </a:spcBef>
              <a:spcAft>
                <a:spcPts val="0"/>
              </a:spcAft>
              <a:buSzPts val="1600"/>
              <a:buNone/>
              <a:defRPr b="1" sz="1600"/>
            </a:lvl8pPr>
            <a:lvl9pPr indent="-228600" lvl="8" marL="4114800" algn="l">
              <a:lnSpc>
                <a:spcPct val="120000"/>
              </a:lnSpc>
              <a:spcBef>
                <a:spcPts val="500"/>
              </a:spcBef>
              <a:spcAft>
                <a:spcPts val="0"/>
              </a:spcAft>
              <a:buSzPts val="1600"/>
              <a:buNone/>
              <a:defRPr b="1" sz="1600"/>
            </a:lvl9pPr>
          </a:lstStyle>
          <a:p/>
        </p:txBody>
      </p:sp>
      <p:sp>
        <p:nvSpPr>
          <p:cNvPr id="116" name="Google Shape;116;p15"/>
          <p:cNvSpPr txBox="1"/>
          <p:nvPr>
            <p:ph idx="4" type="body"/>
          </p:nvPr>
        </p:nvSpPr>
        <p:spPr>
          <a:xfrm>
            <a:off x="4441348" y="2943355"/>
            <a:ext cx="3303351" cy="2847845"/>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SzPts val="1400"/>
              <a:buNone/>
              <a:defRPr sz="1400"/>
            </a:lvl1pPr>
            <a:lvl2pPr indent="-228600" lvl="1" marL="914400" algn="l">
              <a:lnSpc>
                <a:spcPct val="120000"/>
              </a:lnSpc>
              <a:spcBef>
                <a:spcPts val="500"/>
              </a:spcBef>
              <a:spcAft>
                <a:spcPts val="0"/>
              </a:spcAft>
              <a:buSzPts val="1200"/>
              <a:buNone/>
              <a:defRPr sz="1200"/>
            </a:lvl2pPr>
            <a:lvl3pPr indent="-228600" lvl="2" marL="1371600" algn="l">
              <a:lnSpc>
                <a:spcPct val="120000"/>
              </a:lnSpc>
              <a:spcBef>
                <a:spcPts val="500"/>
              </a:spcBef>
              <a:spcAft>
                <a:spcPts val="0"/>
              </a:spcAft>
              <a:buSzPts val="1000"/>
              <a:buNone/>
              <a:defRPr sz="1000"/>
            </a:lvl3pPr>
            <a:lvl4pPr indent="-228600" lvl="3" marL="1828800" algn="l">
              <a:lnSpc>
                <a:spcPct val="120000"/>
              </a:lnSpc>
              <a:spcBef>
                <a:spcPts val="500"/>
              </a:spcBef>
              <a:spcAft>
                <a:spcPts val="0"/>
              </a:spcAft>
              <a:buSzPts val="900"/>
              <a:buNone/>
              <a:defRPr sz="900"/>
            </a:lvl4pPr>
            <a:lvl5pPr indent="-228600" lvl="4" marL="2286000" algn="l">
              <a:lnSpc>
                <a:spcPct val="120000"/>
              </a:lnSpc>
              <a:spcBef>
                <a:spcPts val="500"/>
              </a:spcBef>
              <a:spcAft>
                <a:spcPts val="0"/>
              </a:spcAft>
              <a:buSzPts val="900"/>
              <a:buNone/>
              <a:defRPr sz="900"/>
            </a:lvl5pPr>
            <a:lvl6pPr indent="-228600" lvl="5" marL="2743200" algn="l">
              <a:lnSpc>
                <a:spcPct val="120000"/>
              </a:lnSpc>
              <a:spcBef>
                <a:spcPts val="500"/>
              </a:spcBef>
              <a:spcAft>
                <a:spcPts val="0"/>
              </a:spcAft>
              <a:buSzPts val="900"/>
              <a:buNone/>
              <a:defRPr sz="900"/>
            </a:lvl6pPr>
            <a:lvl7pPr indent="-228600" lvl="6" marL="3200400" algn="l">
              <a:lnSpc>
                <a:spcPct val="120000"/>
              </a:lnSpc>
              <a:spcBef>
                <a:spcPts val="500"/>
              </a:spcBef>
              <a:spcAft>
                <a:spcPts val="0"/>
              </a:spcAft>
              <a:buSzPts val="900"/>
              <a:buNone/>
              <a:defRPr sz="900"/>
            </a:lvl7pPr>
            <a:lvl8pPr indent="-228600" lvl="7" marL="3657600" algn="l">
              <a:lnSpc>
                <a:spcPct val="120000"/>
              </a:lnSpc>
              <a:spcBef>
                <a:spcPts val="500"/>
              </a:spcBef>
              <a:spcAft>
                <a:spcPts val="0"/>
              </a:spcAft>
              <a:buSzPts val="900"/>
              <a:buNone/>
              <a:defRPr sz="900"/>
            </a:lvl8pPr>
            <a:lvl9pPr indent="-228600" lvl="8" marL="4114800" algn="l">
              <a:lnSpc>
                <a:spcPct val="120000"/>
              </a:lnSpc>
              <a:spcBef>
                <a:spcPts val="500"/>
              </a:spcBef>
              <a:spcAft>
                <a:spcPts val="0"/>
              </a:spcAft>
              <a:buSzPts val="900"/>
              <a:buNone/>
              <a:defRPr sz="900"/>
            </a:lvl9pPr>
          </a:lstStyle>
          <a:p/>
        </p:txBody>
      </p:sp>
      <p:sp>
        <p:nvSpPr>
          <p:cNvPr id="117" name="Google Shape;117;p15"/>
          <p:cNvSpPr txBox="1"/>
          <p:nvPr>
            <p:ph idx="5" type="body"/>
          </p:nvPr>
        </p:nvSpPr>
        <p:spPr>
          <a:xfrm>
            <a:off x="7973298" y="2367093"/>
            <a:ext cx="3304928" cy="576262"/>
          </a:xfrm>
          <a:prstGeom prst="rect">
            <a:avLst/>
          </a:prstGeom>
          <a:noFill/>
          <a:ln>
            <a:noFill/>
          </a:ln>
        </p:spPr>
        <p:txBody>
          <a:bodyPr anchorCtr="0" anchor="b" bIns="45700" lIns="91425" spcFirstLastPara="1" rIns="91425" wrap="square" tIns="45700">
            <a:noAutofit/>
          </a:bodyPr>
          <a:lstStyle>
            <a:lvl1pPr indent="-228600" lvl="0" marL="457200" algn="ctr">
              <a:lnSpc>
                <a:spcPct val="85000"/>
              </a:lnSpc>
              <a:spcBef>
                <a:spcPts val="1000"/>
              </a:spcBef>
              <a:spcAft>
                <a:spcPts val="0"/>
              </a:spcAft>
              <a:buSzPts val="2400"/>
              <a:buNone/>
              <a:defRPr b="0" sz="2400">
                <a:solidFill>
                  <a:schemeClr val="dk1"/>
                </a:solidFill>
              </a:defRPr>
            </a:lvl1pPr>
            <a:lvl2pPr indent="-228600" lvl="1" marL="914400" algn="l">
              <a:lnSpc>
                <a:spcPct val="120000"/>
              </a:lnSpc>
              <a:spcBef>
                <a:spcPts val="500"/>
              </a:spcBef>
              <a:spcAft>
                <a:spcPts val="0"/>
              </a:spcAft>
              <a:buSzPts val="2000"/>
              <a:buNone/>
              <a:defRPr b="1" sz="2000"/>
            </a:lvl2pPr>
            <a:lvl3pPr indent="-228600" lvl="2" marL="1371600" algn="l">
              <a:lnSpc>
                <a:spcPct val="120000"/>
              </a:lnSpc>
              <a:spcBef>
                <a:spcPts val="500"/>
              </a:spcBef>
              <a:spcAft>
                <a:spcPts val="0"/>
              </a:spcAft>
              <a:buSzPts val="1800"/>
              <a:buNone/>
              <a:defRPr b="1" sz="1800"/>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120000"/>
              </a:lnSpc>
              <a:spcBef>
                <a:spcPts val="500"/>
              </a:spcBef>
              <a:spcAft>
                <a:spcPts val="0"/>
              </a:spcAft>
              <a:buSzPts val="1600"/>
              <a:buNone/>
              <a:defRPr b="1" sz="1600"/>
            </a:lvl6pPr>
            <a:lvl7pPr indent="-228600" lvl="6" marL="3200400" algn="l">
              <a:lnSpc>
                <a:spcPct val="120000"/>
              </a:lnSpc>
              <a:spcBef>
                <a:spcPts val="500"/>
              </a:spcBef>
              <a:spcAft>
                <a:spcPts val="0"/>
              </a:spcAft>
              <a:buSzPts val="1600"/>
              <a:buNone/>
              <a:defRPr b="1" sz="1600"/>
            </a:lvl7pPr>
            <a:lvl8pPr indent="-228600" lvl="7" marL="3657600" algn="l">
              <a:lnSpc>
                <a:spcPct val="120000"/>
              </a:lnSpc>
              <a:spcBef>
                <a:spcPts val="500"/>
              </a:spcBef>
              <a:spcAft>
                <a:spcPts val="0"/>
              </a:spcAft>
              <a:buSzPts val="1600"/>
              <a:buNone/>
              <a:defRPr b="1" sz="1600"/>
            </a:lvl8pPr>
            <a:lvl9pPr indent="-228600" lvl="8" marL="4114800" algn="l">
              <a:lnSpc>
                <a:spcPct val="120000"/>
              </a:lnSpc>
              <a:spcBef>
                <a:spcPts val="500"/>
              </a:spcBef>
              <a:spcAft>
                <a:spcPts val="0"/>
              </a:spcAft>
              <a:buSzPts val="1600"/>
              <a:buNone/>
              <a:defRPr b="1" sz="1600"/>
            </a:lvl9pPr>
          </a:lstStyle>
          <a:p/>
        </p:txBody>
      </p:sp>
      <p:sp>
        <p:nvSpPr>
          <p:cNvPr id="118" name="Google Shape;118;p15"/>
          <p:cNvSpPr txBox="1"/>
          <p:nvPr>
            <p:ph idx="6" type="body"/>
          </p:nvPr>
        </p:nvSpPr>
        <p:spPr>
          <a:xfrm>
            <a:off x="7973298" y="2943355"/>
            <a:ext cx="3304928" cy="2847845"/>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SzPts val="1400"/>
              <a:buNone/>
              <a:defRPr sz="1400"/>
            </a:lvl1pPr>
            <a:lvl2pPr indent="-228600" lvl="1" marL="914400" algn="l">
              <a:lnSpc>
                <a:spcPct val="120000"/>
              </a:lnSpc>
              <a:spcBef>
                <a:spcPts val="500"/>
              </a:spcBef>
              <a:spcAft>
                <a:spcPts val="0"/>
              </a:spcAft>
              <a:buSzPts val="1200"/>
              <a:buNone/>
              <a:defRPr sz="1200"/>
            </a:lvl2pPr>
            <a:lvl3pPr indent="-228600" lvl="2" marL="1371600" algn="l">
              <a:lnSpc>
                <a:spcPct val="120000"/>
              </a:lnSpc>
              <a:spcBef>
                <a:spcPts val="500"/>
              </a:spcBef>
              <a:spcAft>
                <a:spcPts val="0"/>
              </a:spcAft>
              <a:buSzPts val="1000"/>
              <a:buNone/>
              <a:defRPr sz="1000"/>
            </a:lvl3pPr>
            <a:lvl4pPr indent="-228600" lvl="3" marL="1828800" algn="l">
              <a:lnSpc>
                <a:spcPct val="120000"/>
              </a:lnSpc>
              <a:spcBef>
                <a:spcPts val="500"/>
              </a:spcBef>
              <a:spcAft>
                <a:spcPts val="0"/>
              </a:spcAft>
              <a:buSzPts val="900"/>
              <a:buNone/>
              <a:defRPr sz="900"/>
            </a:lvl4pPr>
            <a:lvl5pPr indent="-228600" lvl="4" marL="2286000" algn="l">
              <a:lnSpc>
                <a:spcPct val="120000"/>
              </a:lnSpc>
              <a:spcBef>
                <a:spcPts val="500"/>
              </a:spcBef>
              <a:spcAft>
                <a:spcPts val="0"/>
              </a:spcAft>
              <a:buSzPts val="900"/>
              <a:buNone/>
              <a:defRPr sz="900"/>
            </a:lvl5pPr>
            <a:lvl6pPr indent="-228600" lvl="5" marL="2743200" algn="l">
              <a:lnSpc>
                <a:spcPct val="120000"/>
              </a:lnSpc>
              <a:spcBef>
                <a:spcPts val="500"/>
              </a:spcBef>
              <a:spcAft>
                <a:spcPts val="0"/>
              </a:spcAft>
              <a:buSzPts val="900"/>
              <a:buNone/>
              <a:defRPr sz="900"/>
            </a:lvl6pPr>
            <a:lvl7pPr indent="-228600" lvl="6" marL="3200400" algn="l">
              <a:lnSpc>
                <a:spcPct val="120000"/>
              </a:lnSpc>
              <a:spcBef>
                <a:spcPts val="500"/>
              </a:spcBef>
              <a:spcAft>
                <a:spcPts val="0"/>
              </a:spcAft>
              <a:buSzPts val="900"/>
              <a:buNone/>
              <a:defRPr sz="900"/>
            </a:lvl7pPr>
            <a:lvl8pPr indent="-228600" lvl="7" marL="3657600" algn="l">
              <a:lnSpc>
                <a:spcPct val="120000"/>
              </a:lnSpc>
              <a:spcBef>
                <a:spcPts val="500"/>
              </a:spcBef>
              <a:spcAft>
                <a:spcPts val="0"/>
              </a:spcAft>
              <a:buSzPts val="900"/>
              <a:buNone/>
              <a:defRPr sz="900"/>
            </a:lvl8pPr>
            <a:lvl9pPr indent="-228600" lvl="8" marL="4114800" algn="l">
              <a:lnSpc>
                <a:spcPct val="120000"/>
              </a:lnSpc>
              <a:spcBef>
                <a:spcPts val="500"/>
              </a:spcBef>
              <a:spcAft>
                <a:spcPts val="0"/>
              </a:spcAft>
              <a:buSzPts val="900"/>
              <a:buNone/>
              <a:defRPr sz="900"/>
            </a:lvl9pPr>
          </a:lstStyle>
          <a:p/>
        </p:txBody>
      </p:sp>
      <p:sp>
        <p:nvSpPr>
          <p:cNvPr id="119" name="Google Shape;119;p15"/>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0" name="Google Shape;120;p15"/>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15"/>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122" name="Shape 122"/>
        <p:cNvGrpSpPr/>
        <p:nvPr/>
      </p:nvGrpSpPr>
      <p:grpSpPr>
        <a:xfrm>
          <a:off x="0" y="0"/>
          <a:ext cx="0" cy="0"/>
          <a:chOff x="0" y="0"/>
          <a:chExt cx="0" cy="0"/>
        </a:xfrm>
      </p:grpSpPr>
      <p:pic>
        <p:nvPicPr>
          <p:cNvPr descr="Droplets-HD-Content-R1d.png" id="123" name="Google Shape;123;p16"/>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24" name="Google Shape;124;p16"/>
          <p:cNvSpPr txBox="1"/>
          <p:nvPr>
            <p:ph type="title"/>
          </p:nvPr>
        </p:nvSpPr>
        <p:spPr>
          <a:xfrm>
            <a:off x="913774" y="610772"/>
            <a:ext cx="10364452" cy="1603922"/>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16"/>
          <p:cNvSpPr txBox="1"/>
          <p:nvPr>
            <p:ph idx="1" type="body"/>
          </p:nvPr>
        </p:nvSpPr>
        <p:spPr>
          <a:xfrm>
            <a:off x="913774" y="4204820"/>
            <a:ext cx="3296409" cy="576262"/>
          </a:xfrm>
          <a:prstGeom prst="rect">
            <a:avLst/>
          </a:prstGeom>
          <a:noFill/>
          <a:ln>
            <a:noFill/>
          </a:ln>
        </p:spPr>
        <p:txBody>
          <a:bodyPr anchorCtr="0" anchor="b" bIns="45700" lIns="91425" spcFirstLastPara="1" rIns="91425" wrap="square" tIns="45700">
            <a:noAutofit/>
          </a:bodyPr>
          <a:lstStyle>
            <a:lvl1pPr indent="-228600" lvl="0" marL="457200" algn="ctr">
              <a:lnSpc>
                <a:spcPct val="85000"/>
              </a:lnSpc>
              <a:spcBef>
                <a:spcPts val="1000"/>
              </a:spcBef>
              <a:spcAft>
                <a:spcPts val="0"/>
              </a:spcAft>
              <a:buSzPts val="2200"/>
              <a:buNone/>
              <a:defRPr b="0" sz="2200">
                <a:solidFill>
                  <a:schemeClr val="dk1"/>
                </a:solidFill>
              </a:defRPr>
            </a:lvl1pPr>
            <a:lvl2pPr indent="-228600" lvl="1" marL="914400" algn="l">
              <a:lnSpc>
                <a:spcPct val="120000"/>
              </a:lnSpc>
              <a:spcBef>
                <a:spcPts val="500"/>
              </a:spcBef>
              <a:spcAft>
                <a:spcPts val="0"/>
              </a:spcAft>
              <a:buSzPts val="2000"/>
              <a:buNone/>
              <a:defRPr b="1" sz="2000"/>
            </a:lvl2pPr>
            <a:lvl3pPr indent="-228600" lvl="2" marL="1371600" algn="l">
              <a:lnSpc>
                <a:spcPct val="120000"/>
              </a:lnSpc>
              <a:spcBef>
                <a:spcPts val="500"/>
              </a:spcBef>
              <a:spcAft>
                <a:spcPts val="0"/>
              </a:spcAft>
              <a:buSzPts val="1800"/>
              <a:buNone/>
              <a:defRPr b="1" sz="1800"/>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120000"/>
              </a:lnSpc>
              <a:spcBef>
                <a:spcPts val="500"/>
              </a:spcBef>
              <a:spcAft>
                <a:spcPts val="0"/>
              </a:spcAft>
              <a:buSzPts val="1600"/>
              <a:buNone/>
              <a:defRPr b="1" sz="1600"/>
            </a:lvl6pPr>
            <a:lvl7pPr indent="-228600" lvl="6" marL="3200400" algn="l">
              <a:lnSpc>
                <a:spcPct val="120000"/>
              </a:lnSpc>
              <a:spcBef>
                <a:spcPts val="500"/>
              </a:spcBef>
              <a:spcAft>
                <a:spcPts val="0"/>
              </a:spcAft>
              <a:buSzPts val="1600"/>
              <a:buNone/>
              <a:defRPr b="1" sz="1600"/>
            </a:lvl7pPr>
            <a:lvl8pPr indent="-228600" lvl="7" marL="3657600" algn="l">
              <a:lnSpc>
                <a:spcPct val="120000"/>
              </a:lnSpc>
              <a:spcBef>
                <a:spcPts val="500"/>
              </a:spcBef>
              <a:spcAft>
                <a:spcPts val="0"/>
              </a:spcAft>
              <a:buSzPts val="1600"/>
              <a:buNone/>
              <a:defRPr b="1" sz="1600"/>
            </a:lvl8pPr>
            <a:lvl9pPr indent="-228600" lvl="8" marL="4114800" algn="l">
              <a:lnSpc>
                <a:spcPct val="120000"/>
              </a:lnSpc>
              <a:spcBef>
                <a:spcPts val="500"/>
              </a:spcBef>
              <a:spcAft>
                <a:spcPts val="0"/>
              </a:spcAft>
              <a:buSzPts val="1600"/>
              <a:buNone/>
              <a:defRPr b="1" sz="1600"/>
            </a:lvl9pPr>
          </a:lstStyle>
          <a:p/>
        </p:txBody>
      </p:sp>
      <p:sp>
        <p:nvSpPr>
          <p:cNvPr id="126" name="Google Shape;126;p16"/>
          <p:cNvSpPr/>
          <p:nvPr>
            <p:ph idx="2" type="pic"/>
          </p:nvPr>
        </p:nvSpPr>
        <p:spPr>
          <a:xfrm>
            <a:off x="913774" y="2367093"/>
            <a:ext cx="3296409" cy="1524000"/>
          </a:xfrm>
          <a:prstGeom prst="roundRect">
            <a:avLst>
              <a:gd fmla="val 9363" name="adj"/>
            </a:avLst>
          </a:prstGeom>
          <a:noFill/>
          <a:ln cap="sq" cmpd="sng" w="82550">
            <a:solidFill>
              <a:srgbClr val="EAEAEA"/>
            </a:solidFill>
            <a:prstDash val="solid"/>
            <a:miter lim="80"/>
            <a:headEnd len="sm" w="sm" type="none"/>
            <a:tailEnd len="sm" w="sm" type="none"/>
          </a:ln>
        </p:spPr>
      </p:sp>
      <p:sp>
        <p:nvSpPr>
          <p:cNvPr id="127" name="Google Shape;127;p16"/>
          <p:cNvSpPr txBox="1"/>
          <p:nvPr>
            <p:ph idx="3" type="body"/>
          </p:nvPr>
        </p:nvSpPr>
        <p:spPr>
          <a:xfrm>
            <a:off x="913774" y="4781082"/>
            <a:ext cx="3296409" cy="1010118"/>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SzPts val="1400"/>
              <a:buNone/>
              <a:defRPr sz="1400"/>
            </a:lvl1pPr>
            <a:lvl2pPr indent="-228600" lvl="1" marL="914400" algn="l">
              <a:lnSpc>
                <a:spcPct val="120000"/>
              </a:lnSpc>
              <a:spcBef>
                <a:spcPts val="500"/>
              </a:spcBef>
              <a:spcAft>
                <a:spcPts val="0"/>
              </a:spcAft>
              <a:buSzPts val="1200"/>
              <a:buNone/>
              <a:defRPr sz="1200"/>
            </a:lvl2pPr>
            <a:lvl3pPr indent="-228600" lvl="2" marL="1371600" algn="l">
              <a:lnSpc>
                <a:spcPct val="120000"/>
              </a:lnSpc>
              <a:spcBef>
                <a:spcPts val="500"/>
              </a:spcBef>
              <a:spcAft>
                <a:spcPts val="0"/>
              </a:spcAft>
              <a:buSzPts val="1000"/>
              <a:buNone/>
              <a:defRPr sz="1000"/>
            </a:lvl3pPr>
            <a:lvl4pPr indent="-228600" lvl="3" marL="1828800" algn="l">
              <a:lnSpc>
                <a:spcPct val="120000"/>
              </a:lnSpc>
              <a:spcBef>
                <a:spcPts val="500"/>
              </a:spcBef>
              <a:spcAft>
                <a:spcPts val="0"/>
              </a:spcAft>
              <a:buSzPts val="900"/>
              <a:buNone/>
              <a:defRPr sz="900"/>
            </a:lvl4pPr>
            <a:lvl5pPr indent="-228600" lvl="4" marL="2286000" algn="l">
              <a:lnSpc>
                <a:spcPct val="120000"/>
              </a:lnSpc>
              <a:spcBef>
                <a:spcPts val="500"/>
              </a:spcBef>
              <a:spcAft>
                <a:spcPts val="0"/>
              </a:spcAft>
              <a:buSzPts val="900"/>
              <a:buNone/>
              <a:defRPr sz="900"/>
            </a:lvl5pPr>
            <a:lvl6pPr indent="-228600" lvl="5" marL="2743200" algn="l">
              <a:lnSpc>
                <a:spcPct val="120000"/>
              </a:lnSpc>
              <a:spcBef>
                <a:spcPts val="500"/>
              </a:spcBef>
              <a:spcAft>
                <a:spcPts val="0"/>
              </a:spcAft>
              <a:buSzPts val="900"/>
              <a:buNone/>
              <a:defRPr sz="900"/>
            </a:lvl6pPr>
            <a:lvl7pPr indent="-228600" lvl="6" marL="3200400" algn="l">
              <a:lnSpc>
                <a:spcPct val="120000"/>
              </a:lnSpc>
              <a:spcBef>
                <a:spcPts val="500"/>
              </a:spcBef>
              <a:spcAft>
                <a:spcPts val="0"/>
              </a:spcAft>
              <a:buSzPts val="900"/>
              <a:buNone/>
              <a:defRPr sz="900"/>
            </a:lvl7pPr>
            <a:lvl8pPr indent="-228600" lvl="7" marL="3657600" algn="l">
              <a:lnSpc>
                <a:spcPct val="120000"/>
              </a:lnSpc>
              <a:spcBef>
                <a:spcPts val="500"/>
              </a:spcBef>
              <a:spcAft>
                <a:spcPts val="0"/>
              </a:spcAft>
              <a:buSzPts val="900"/>
              <a:buNone/>
              <a:defRPr sz="900"/>
            </a:lvl8pPr>
            <a:lvl9pPr indent="-228600" lvl="8" marL="4114800" algn="l">
              <a:lnSpc>
                <a:spcPct val="120000"/>
              </a:lnSpc>
              <a:spcBef>
                <a:spcPts val="500"/>
              </a:spcBef>
              <a:spcAft>
                <a:spcPts val="0"/>
              </a:spcAft>
              <a:buSzPts val="900"/>
              <a:buNone/>
              <a:defRPr sz="900"/>
            </a:lvl9pPr>
          </a:lstStyle>
          <a:p/>
        </p:txBody>
      </p:sp>
      <p:sp>
        <p:nvSpPr>
          <p:cNvPr id="128" name="Google Shape;128;p16"/>
          <p:cNvSpPr txBox="1"/>
          <p:nvPr>
            <p:ph idx="4" type="body"/>
          </p:nvPr>
        </p:nvSpPr>
        <p:spPr>
          <a:xfrm>
            <a:off x="4442759" y="4204820"/>
            <a:ext cx="3301828" cy="576262"/>
          </a:xfrm>
          <a:prstGeom prst="rect">
            <a:avLst/>
          </a:prstGeom>
          <a:noFill/>
          <a:ln>
            <a:noFill/>
          </a:ln>
        </p:spPr>
        <p:txBody>
          <a:bodyPr anchorCtr="0" anchor="b" bIns="45700" lIns="91425" spcFirstLastPara="1" rIns="91425" wrap="square" tIns="45700">
            <a:noAutofit/>
          </a:bodyPr>
          <a:lstStyle>
            <a:lvl1pPr indent="-228600" lvl="0" marL="457200" algn="ctr">
              <a:lnSpc>
                <a:spcPct val="85000"/>
              </a:lnSpc>
              <a:spcBef>
                <a:spcPts val="1000"/>
              </a:spcBef>
              <a:spcAft>
                <a:spcPts val="0"/>
              </a:spcAft>
              <a:buSzPts val="2200"/>
              <a:buNone/>
              <a:defRPr b="0" sz="2200">
                <a:solidFill>
                  <a:schemeClr val="dk1"/>
                </a:solidFill>
              </a:defRPr>
            </a:lvl1pPr>
            <a:lvl2pPr indent="-228600" lvl="1" marL="914400" algn="l">
              <a:lnSpc>
                <a:spcPct val="120000"/>
              </a:lnSpc>
              <a:spcBef>
                <a:spcPts val="500"/>
              </a:spcBef>
              <a:spcAft>
                <a:spcPts val="0"/>
              </a:spcAft>
              <a:buSzPts val="2000"/>
              <a:buNone/>
              <a:defRPr b="1" sz="2000"/>
            </a:lvl2pPr>
            <a:lvl3pPr indent="-228600" lvl="2" marL="1371600" algn="l">
              <a:lnSpc>
                <a:spcPct val="120000"/>
              </a:lnSpc>
              <a:spcBef>
                <a:spcPts val="500"/>
              </a:spcBef>
              <a:spcAft>
                <a:spcPts val="0"/>
              </a:spcAft>
              <a:buSzPts val="1800"/>
              <a:buNone/>
              <a:defRPr b="1" sz="1800"/>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120000"/>
              </a:lnSpc>
              <a:spcBef>
                <a:spcPts val="500"/>
              </a:spcBef>
              <a:spcAft>
                <a:spcPts val="0"/>
              </a:spcAft>
              <a:buSzPts val="1600"/>
              <a:buNone/>
              <a:defRPr b="1" sz="1600"/>
            </a:lvl6pPr>
            <a:lvl7pPr indent="-228600" lvl="6" marL="3200400" algn="l">
              <a:lnSpc>
                <a:spcPct val="120000"/>
              </a:lnSpc>
              <a:spcBef>
                <a:spcPts val="500"/>
              </a:spcBef>
              <a:spcAft>
                <a:spcPts val="0"/>
              </a:spcAft>
              <a:buSzPts val="1600"/>
              <a:buNone/>
              <a:defRPr b="1" sz="1600"/>
            </a:lvl7pPr>
            <a:lvl8pPr indent="-228600" lvl="7" marL="3657600" algn="l">
              <a:lnSpc>
                <a:spcPct val="120000"/>
              </a:lnSpc>
              <a:spcBef>
                <a:spcPts val="500"/>
              </a:spcBef>
              <a:spcAft>
                <a:spcPts val="0"/>
              </a:spcAft>
              <a:buSzPts val="1600"/>
              <a:buNone/>
              <a:defRPr b="1" sz="1600"/>
            </a:lvl8pPr>
            <a:lvl9pPr indent="-228600" lvl="8" marL="4114800" algn="l">
              <a:lnSpc>
                <a:spcPct val="120000"/>
              </a:lnSpc>
              <a:spcBef>
                <a:spcPts val="500"/>
              </a:spcBef>
              <a:spcAft>
                <a:spcPts val="0"/>
              </a:spcAft>
              <a:buSzPts val="1600"/>
              <a:buNone/>
              <a:defRPr b="1" sz="1600"/>
            </a:lvl9pPr>
          </a:lstStyle>
          <a:p/>
        </p:txBody>
      </p:sp>
      <p:sp>
        <p:nvSpPr>
          <p:cNvPr id="129" name="Google Shape;129;p16"/>
          <p:cNvSpPr/>
          <p:nvPr>
            <p:ph idx="5" type="pic"/>
          </p:nvPr>
        </p:nvSpPr>
        <p:spPr>
          <a:xfrm>
            <a:off x="4441348" y="2367093"/>
            <a:ext cx="3303352" cy="1524000"/>
          </a:xfrm>
          <a:prstGeom prst="roundRect">
            <a:avLst>
              <a:gd fmla="val 8841" name="adj"/>
            </a:avLst>
          </a:prstGeom>
          <a:noFill/>
          <a:ln cap="sq" cmpd="sng" w="82550">
            <a:solidFill>
              <a:srgbClr val="EAEAEA"/>
            </a:solidFill>
            <a:prstDash val="solid"/>
            <a:miter lim="80"/>
            <a:headEnd len="sm" w="sm" type="none"/>
            <a:tailEnd len="sm" w="sm" type="none"/>
          </a:ln>
        </p:spPr>
      </p:sp>
      <p:sp>
        <p:nvSpPr>
          <p:cNvPr id="130" name="Google Shape;130;p16"/>
          <p:cNvSpPr txBox="1"/>
          <p:nvPr>
            <p:ph idx="6" type="body"/>
          </p:nvPr>
        </p:nvSpPr>
        <p:spPr>
          <a:xfrm>
            <a:off x="4441348" y="4781080"/>
            <a:ext cx="3303352" cy="1010119"/>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SzPts val="1400"/>
              <a:buNone/>
              <a:defRPr sz="1400"/>
            </a:lvl1pPr>
            <a:lvl2pPr indent="-228600" lvl="1" marL="914400" algn="l">
              <a:lnSpc>
                <a:spcPct val="120000"/>
              </a:lnSpc>
              <a:spcBef>
                <a:spcPts val="500"/>
              </a:spcBef>
              <a:spcAft>
                <a:spcPts val="0"/>
              </a:spcAft>
              <a:buSzPts val="1200"/>
              <a:buNone/>
              <a:defRPr sz="1200"/>
            </a:lvl2pPr>
            <a:lvl3pPr indent="-228600" lvl="2" marL="1371600" algn="l">
              <a:lnSpc>
                <a:spcPct val="120000"/>
              </a:lnSpc>
              <a:spcBef>
                <a:spcPts val="500"/>
              </a:spcBef>
              <a:spcAft>
                <a:spcPts val="0"/>
              </a:spcAft>
              <a:buSzPts val="1000"/>
              <a:buNone/>
              <a:defRPr sz="1000"/>
            </a:lvl3pPr>
            <a:lvl4pPr indent="-228600" lvl="3" marL="1828800" algn="l">
              <a:lnSpc>
                <a:spcPct val="120000"/>
              </a:lnSpc>
              <a:spcBef>
                <a:spcPts val="500"/>
              </a:spcBef>
              <a:spcAft>
                <a:spcPts val="0"/>
              </a:spcAft>
              <a:buSzPts val="900"/>
              <a:buNone/>
              <a:defRPr sz="900"/>
            </a:lvl4pPr>
            <a:lvl5pPr indent="-228600" lvl="4" marL="2286000" algn="l">
              <a:lnSpc>
                <a:spcPct val="120000"/>
              </a:lnSpc>
              <a:spcBef>
                <a:spcPts val="500"/>
              </a:spcBef>
              <a:spcAft>
                <a:spcPts val="0"/>
              </a:spcAft>
              <a:buSzPts val="900"/>
              <a:buNone/>
              <a:defRPr sz="900"/>
            </a:lvl5pPr>
            <a:lvl6pPr indent="-228600" lvl="5" marL="2743200" algn="l">
              <a:lnSpc>
                <a:spcPct val="120000"/>
              </a:lnSpc>
              <a:spcBef>
                <a:spcPts val="500"/>
              </a:spcBef>
              <a:spcAft>
                <a:spcPts val="0"/>
              </a:spcAft>
              <a:buSzPts val="900"/>
              <a:buNone/>
              <a:defRPr sz="900"/>
            </a:lvl6pPr>
            <a:lvl7pPr indent="-228600" lvl="6" marL="3200400" algn="l">
              <a:lnSpc>
                <a:spcPct val="120000"/>
              </a:lnSpc>
              <a:spcBef>
                <a:spcPts val="500"/>
              </a:spcBef>
              <a:spcAft>
                <a:spcPts val="0"/>
              </a:spcAft>
              <a:buSzPts val="900"/>
              <a:buNone/>
              <a:defRPr sz="900"/>
            </a:lvl7pPr>
            <a:lvl8pPr indent="-228600" lvl="7" marL="3657600" algn="l">
              <a:lnSpc>
                <a:spcPct val="120000"/>
              </a:lnSpc>
              <a:spcBef>
                <a:spcPts val="500"/>
              </a:spcBef>
              <a:spcAft>
                <a:spcPts val="0"/>
              </a:spcAft>
              <a:buSzPts val="900"/>
              <a:buNone/>
              <a:defRPr sz="900"/>
            </a:lvl8pPr>
            <a:lvl9pPr indent="-228600" lvl="8" marL="4114800" algn="l">
              <a:lnSpc>
                <a:spcPct val="120000"/>
              </a:lnSpc>
              <a:spcBef>
                <a:spcPts val="500"/>
              </a:spcBef>
              <a:spcAft>
                <a:spcPts val="0"/>
              </a:spcAft>
              <a:buSzPts val="900"/>
              <a:buNone/>
              <a:defRPr sz="900"/>
            </a:lvl9pPr>
          </a:lstStyle>
          <a:p/>
        </p:txBody>
      </p:sp>
      <p:sp>
        <p:nvSpPr>
          <p:cNvPr id="131" name="Google Shape;131;p16"/>
          <p:cNvSpPr txBox="1"/>
          <p:nvPr>
            <p:ph idx="7" type="body"/>
          </p:nvPr>
        </p:nvSpPr>
        <p:spPr>
          <a:xfrm>
            <a:off x="7973298" y="4204820"/>
            <a:ext cx="3300681" cy="576262"/>
          </a:xfrm>
          <a:prstGeom prst="rect">
            <a:avLst/>
          </a:prstGeom>
          <a:noFill/>
          <a:ln>
            <a:noFill/>
          </a:ln>
        </p:spPr>
        <p:txBody>
          <a:bodyPr anchorCtr="0" anchor="b" bIns="45700" lIns="91425" spcFirstLastPara="1" rIns="91425" wrap="square" tIns="45700">
            <a:noAutofit/>
          </a:bodyPr>
          <a:lstStyle>
            <a:lvl1pPr indent="-228600" lvl="0" marL="457200" algn="ctr">
              <a:lnSpc>
                <a:spcPct val="85000"/>
              </a:lnSpc>
              <a:spcBef>
                <a:spcPts val="1000"/>
              </a:spcBef>
              <a:spcAft>
                <a:spcPts val="0"/>
              </a:spcAft>
              <a:buSzPts val="2200"/>
              <a:buNone/>
              <a:defRPr b="0" sz="2200">
                <a:solidFill>
                  <a:schemeClr val="dk1"/>
                </a:solidFill>
              </a:defRPr>
            </a:lvl1pPr>
            <a:lvl2pPr indent="-228600" lvl="1" marL="914400" algn="l">
              <a:lnSpc>
                <a:spcPct val="120000"/>
              </a:lnSpc>
              <a:spcBef>
                <a:spcPts val="500"/>
              </a:spcBef>
              <a:spcAft>
                <a:spcPts val="0"/>
              </a:spcAft>
              <a:buSzPts val="2000"/>
              <a:buNone/>
              <a:defRPr b="1" sz="2000"/>
            </a:lvl2pPr>
            <a:lvl3pPr indent="-228600" lvl="2" marL="1371600" algn="l">
              <a:lnSpc>
                <a:spcPct val="120000"/>
              </a:lnSpc>
              <a:spcBef>
                <a:spcPts val="500"/>
              </a:spcBef>
              <a:spcAft>
                <a:spcPts val="0"/>
              </a:spcAft>
              <a:buSzPts val="1800"/>
              <a:buNone/>
              <a:defRPr b="1" sz="1800"/>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120000"/>
              </a:lnSpc>
              <a:spcBef>
                <a:spcPts val="500"/>
              </a:spcBef>
              <a:spcAft>
                <a:spcPts val="0"/>
              </a:spcAft>
              <a:buSzPts val="1600"/>
              <a:buNone/>
              <a:defRPr b="1" sz="1600"/>
            </a:lvl6pPr>
            <a:lvl7pPr indent="-228600" lvl="6" marL="3200400" algn="l">
              <a:lnSpc>
                <a:spcPct val="120000"/>
              </a:lnSpc>
              <a:spcBef>
                <a:spcPts val="500"/>
              </a:spcBef>
              <a:spcAft>
                <a:spcPts val="0"/>
              </a:spcAft>
              <a:buSzPts val="1600"/>
              <a:buNone/>
              <a:defRPr b="1" sz="1600"/>
            </a:lvl7pPr>
            <a:lvl8pPr indent="-228600" lvl="7" marL="3657600" algn="l">
              <a:lnSpc>
                <a:spcPct val="120000"/>
              </a:lnSpc>
              <a:spcBef>
                <a:spcPts val="500"/>
              </a:spcBef>
              <a:spcAft>
                <a:spcPts val="0"/>
              </a:spcAft>
              <a:buSzPts val="1600"/>
              <a:buNone/>
              <a:defRPr b="1" sz="1600"/>
            </a:lvl8pPr>
            <a:lvl9pPr indent="-228600" lvl="8" marL="4114800" algn="l">
              <a:lnSpc>
                <a:spcPct val="120000"/>
              </a:lnSpc>
              <a:spcBef>
                <a:spcPts val="500"/>
              </a:spcBef>
              <a:spcAft>
                <a:spcPts val="0"/>
              </a:spcAft>
              <a:buSzPts val="1600"/>
              <a:buNone/>
              <a:defRPr b="1" sz="1600"/>
            </a:lvl9pPr>
          </a:lstStyle>
          <a:p/>
        </p:txBody>
      </p:sp>
      <p:sp>
        <p:nvSpPr>
          <p:cNvPr id="132" name="Google Shape;132;p16"/>
          <p:cNvSpPr/>
          <p:nvPr>
            <p:ph idx="8" type="pic"/>
          </p:nvPr>
        </p:nvSpPr>
        <p:spPr>
          <a:xfrm>
            <a:off x="7973298" y="2367093"/>
            <a:ext cx="3304928" cy="1524000"/>
          </a:xfrm>
          <a:prstGeom prst="roundRect">
            <a:avLst>
              <a:gd fmla="val 8841" name="adj"/>
            </a:avLst>
          </a:prstGeom>
          <a:noFill/>
          <a:ln cap="sq" cmpd="sng" w="82550">
            <a:solidFill>
              <a:srgbClr val="EAEAEA"/>
            </a:solidFill>
            <a:prstDash val="solid"/>
            <a:miter lim="80"/>
            <a:headEnd len="sm" w="sm" type="none"/>
            <a:tailEnd len="sm" w="sm" type="none"/>
          </a:ln>
        </p:spPr>
      </p:sp>
      <p:sp>
        <p:nvSpPr>
          <p:cNvPr id="133" name="Google Shape;133;p16"/>
          <p:cNvSpPr txBox="1"/>
          <p:nvPr>
            <p:ph idx="9" type="body"/>
          </p:nvPr>
        </p:nvSpPr>
        <p:spPr>
          <a:xfrm>
            <a:off x="7973173" y="4781078"/>
            <a:ext cx="3305053" cy="1010121"/>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SzPts val="1400"/>
              <a:buNone/>
              <a:defRPr sz="1400"/>
            </a:lvl1pPr>
            <a:lvl2pPr indent="-228600" lvl="1" marL="914400" algn="l">
              <a:lnSpc>
                <a:spcPct val="120000"/>
              </a:lnSpc>
              <a:spcBef>
                <a:spcPts val="500"/>
              </a:spcBef>
              <a:spcAft>
                <a:spcPts val="0"/>
              </a:spcAft>
              <a:buSzPts val="1200"/>
              <a:buNone/>
              <a:defRPr sz="1200"/>
            </a:lvl2pPr>
            <a:lvl3pPr indent="-228600" lvl="2" marL="1371600" algn="l">
              <a:lnSpc>
                <a:spcPct val="120000"/>
              </a:lnSpc>
              <a:spcBef>
                <a:spcPts val="500"/>
              </a:spcBef>
              <a:spcAft>
                <a:spcPts val="0"/>
              </a:spcAft>
              <a:buSzPts val="1000"/>
              <a:buNone/>
              <a:defRPr sz="1000"/>
            </a:lvl3pPr>
            <a:lvl4pPr indent="-228600" lvl="3" marL="1828800" algn="l">
              <a:lnSpc>
                <a:spcPct val="120000"/>
              </a:lnSpc>
              <a:spcBef>
                <a:spcPts val="500"/>
              </a:spcBef>
              <a:spcAft>
                <a:spcPts val="0"/>
              </a:spcAft>
              <a:buSzPts val="900"/>
              <a:buNone/>
              <a:defRPr sz="900"/>
            </a:lvl4pPr>
            <a:lvl5pPr indent="-228600" lvl="4" marL="2286000" algn="l">
              <a:lnSpc>
                <a:spcPct val="120000"/>
              </a:lnSpc>
              <a:spcBef>
                <a:spcPts val="500"/>
              </a:spcBef>
              <a:spcAft>
                <a:spcPts val="0"/>
              </a:spcAft>
              <a:buSzPts val="900"/>
              <a:buNone/>
              <a:defRPr sz="900"/>
            </a:lvl5pPr>
            <a:lvl6pPr indent="-228600" lvl="5" marL="2743200" algn="l">
              <a:lnSpc>
                <a:spcPct val="120000"/>
              </a:lnSpc>
              <a:spcBef>
                <a:spcPts val="500"/>
              </a:spcBef>
              <a:spcAft>
                <a:spcPts val="0"/>
              </a:spcAft>
              <a:buSzPts val="900"/>
              <a:buNone/>
              <a:defRPr sz="900"/>
            </a:lvl6pPr>
            <a:lvl7pPr indent="-228600" lvl="6" marL="3200400" algn="l">
              <a:lnSpc>
                <a:spcPct val="120000"/>
              </a:lnSpc>
              <a:spcBef>
                <a:spcPts val="500"/>
              </a:spcBef>
              <a:spcAft>
                <a:spcPts val="0"/>
              </a:spcAft>
              <a:buSzPts val="900"/>
              <a:buNone/>
              <a:defRPr sz="900"/>
            </a:lvl7pPr>
            <a:lvl8pPr indent="-228600" lvl="7" marL="3657600" algn="l">
              <a:lnSpc>
                <a:spcPct val="120000"/>
              </a:lnSpc>
              <a:spcBef>
                <a:spcPts val="500"/>
              </a:spcBef>
              <a:spcAft>
                <a:spcPts val="0"/>
              </a:spcAft>
              <a:buSzPts val="900"/>
              <a:buNone/>
              <a:defRPr sz="900"/>
            </a:lvl8pPr>
            <a:lvl9pPr indent="-228600" lvl="8" marL="4114800" algn="l">
              <a:lnSpc>
                <a:spcPct val="120000"/>
              </a:lnSpc>
              <a:spcBef>
                <a:spcPts val="500"/>
              </a:spcBef>
              <a:spcAft>
                <a:spcPts val="0"/>
              </a:spcAft>
              <a:buSzPts val="900"/>
              <a:buNone/>
              <a:defRPr sz="900"/>
            </a:lvl9pPr>
          </a:lstStyle>
          <a:p/>
        </p:txBody>
      </p:sp>
      <p:sp>
        <p:nvSpPr>
          <p:cNvPr id="134" name="Google Shape;134;p16"/>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p16"/>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p16"/>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7" name="Shape 137"/>
        <p:cNvGrpSpPr/>
        <p:nvPr/>
      </p:nvGrpSpPr>
      <p:grpSpPr>
        <a:xfrm>
          <a:off x="0" y="0"/>
          <a:ext cx="0" cy="0"/>
          <a:chOff x="0" y="0"/>
          <a:chExt cx="0" cy="0"/>
        </a:xfrm>
      </p:grpSpPr>
      <p:pic>
        <p:nvPicPr>
          <p:cNvPr descr="Droplets-HD-Content-R1d.png" id="138" name="Google Shape;138;p17"/>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39" name="Google Shape;139;p17"/>
          <p:cNvSpPr txBox="1"/>
          <p:nvPr>
            <p:ph type="title"/>
          </p:nvPr>
        </p:nvSpPr>
        <p:spPr>
          <a:xfrm>
            <a:off x="913775" y="618517"/>
            <a:ext cx="10364451" cy="1596177"/>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0" name="Google Shape;140;p17"/>
          <p:cNvSpPr txBox="1"/>
          <p:nvPr>
            <p:ph idx="1" type="body"/>
          </p:nvPr>
        </p:nvSpPr>
        <p:spPr>
          <a:xfrm rot="5400000">
            <a:off x="4383948" y="-1103080"/>
            <a:ext cx="3424107" cy="10364452"/>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141" name="Google Shape;141;p17"/>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17"/>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3" name="Google Shape;143;p17"/>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4" name="Shape 144"/>
        <p:cNvGrpSpPr/>
        <p:nvPr/>
      </p:nvGrpSpPr>
      <p:grpSpPr>
        <a:xfrm>
          <a:off x="0" y="0"/>
          <a:ext cx="0" cy="0"/>
          <a:chOff x="0" y="0"/>
          <a:chExt cx="0" cy="0"/>
        </a:xfrm>
      </p:grpSpPr>
      <p:pic>
        <p:nvPicPr>
          <p:cNvPr descr="Droplets-HD-Content-R1d.png" id="145" name="Google Shape;145;p18"/>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46" name="Google Shape;146;p18"/>
          <p:cNvSpPr txBox="1"/>
          <p:nvPr>
            <p:ph type="title"/>
          </p:nvPr>
        </p:nvSpPr>
        <p:spPr>
          <a:xfrm rot="5400000">
            <a:off x="7410763" y="1923738"/>
            <a:ext cx="5181599" cy="255332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Font typeface="Twentieth Century"/>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7" name="Google Shape;147;p18"/>
          <p:cNvSpPr txBox="1"/>
          <p:nvPr>
            <p:ph idx="1" type="body"/>
          </p:nvPr>
        </p:nvSpPr>
        <p:spPr>
          <a:xfrm rot="5400000">
            <a:off x="2152338" y="-628962"/>
            <a:ext cx="5181599" cy="7658724"/>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148" name="Google Shape;148;p18"/>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9" name="Google Shape;149;p18"/>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0" name="Google Shape;150;p18"/>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1.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rgbClr val="B7B7B7"/>
            </a:gs>
          </a:gsLst>
          <a:lin ang="5400000" scaled="0"/>
        </a:gradFill>
      </p:bgPr>
    </p:bg>
    <p:spTree>
      <p:nvGrpSpPr>
        <p:cNvPr id="5" name="Shape 5"/>
        <p:cNvGrpSpPr/>
        <p:nvPr/>
      </p:nvGrpSpPr>
      <p:grpSpPr>
        <a:xfrm>
          <a:off x="0" y="0"/>
          <a:ext cx="0" cy="0"/>
          <a:chOff x="0" y="0"/>
          <a:chExt cx="0" cy="0"/>
        </a:xfrm>
      </p:grpSpPr>
      <p:pic>
        <p:nvPicPr>
          <p:cNvPr descr="\\DROBO-FS\QuickDrops\JB\PPTX NG\Droplets\LightingOverlay.png" id="6" name="Google Shape;6;p1"/>
          <p:cNvPicPr preferRelativeResize="0"/>
          <p:nvPr/>
        </p:nvPicPr>
        <p:blipFill rotWithShape="1">
          <a:blip r:embed="rId1">
            <a:alphaModFix/>
          </a:blip>
          <a:srcRect b="0" l="0" r="0" t="0"/>
          <a:stretch/>
        </p:blipFill>
        <p:spPr>
          <a:xfrm>
            <a:off x="0" y="-1"/>
            <a:ext cx="12192003" cy="6858001"/>
          </a:xfrm>
          <a:prstGeom prst="rect">
            <a:avLst/>
          </a:prstGeom>
          <a:noFill/>
          <a:ln>
            <a:noFill/>
          </a:ln>
        </p:spPr>
      </p:pic>
      <p:sp>
        <p:nvSpPr>
          <p:cNvPr id="7" name="Google Shape;7;p1"/>
          <p:cNvSpPr txBox="1"/>
          <p:nvPr>
            <p:ph type="title"/>
          </p:nvPr>
        </p:nvSpPr>
        <p:spPr>
          <a:xfrm>
            <a:off x="913775" y="618517"/>
            <a:ext cx="10364451" cy="1596177"/>
          </a:xfrm>
          <a:prstGeom prst="rect">
            <a:avLst/>
          </a:prstGeom>
          <a:noFill/>
          <a:ln>
            <a:noFill/>
          </a:ln>
        </p:spPr>
        <p:txBody>
          <a:bodyPr anchorCtr="0" anchor="ctr" bIns="45700" lIns="91425" spcFirstLastPara="1" rIns="91425" wrap="square" tIns="45700">
            <a:normAutofit/>
          </a:bodyPr>
          <a:lstStyle>
            <a:lvl1pPr lvl="0" marR="0" rtl="0" algn="ctr">
              <a:lnSpc>
                <a:spcPct val="90000"/>
              </a:lnSpc>
              <a:spcBef>
                <a:spcPts val="0"/>
              </a:spcBef>
              <a:spcAft>
                <a:spcPts val="0"/>
              </a:spcAft>
              <a:buClr>
                <a:schemeClr val="dk1"/>
              </a:buClr>
              <a:buSzPts val="3600"/>
              <a:buFont typeface="Twentieth Century"/>
              <a:buNone/>
              <a:defRPr b="0" i="0" sz="3600" u="none" cap="none" strike="noStrike">
                <a:solidFill>
                  <a:schemeClr val="dk1"/>
                </a:solidFill>
                <a:latin typeface="Twentieth Century"/>
                <a:ea typeface="Twentieth Century"/>
                <a:cs typeface="Twentieth Century"/>
                <a:sym typeface="Twentieth Centur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p1"/>
          <p:cNvSpPr txBox="1"/>
          <p:nvPr>
            <p:ph idx="1" type="body"/>
          </p:nvPr>
        </p:nvSpPr>
        <p:spPr>
          <a:xfrm>
            <a:off x="913775" y="2367093"/>
            <a:ext cx="10364452" cy="3424107"/>
          </a:xfrm>
          <a:prstGeom prst="rect">
            <a:avLst/>
          </a:prstGeom>
          <a:noFill/>
          <a:ln>
            <a:noFill/>
          </a:ln>
        </p:spPr>
        <p:txBody>
          <a:bodyPr anchorCtr="0" anchor="t" bIns="45700" lIns="91425" spcFirstLastPara="1" rIns="91425" wrap="square" tIns="45700">
            <a:normAutofit/>
          </a:bodyPr>
          <a:lstStyle>
            <a:lvl1pPr indent="-355600" lvl="0" marL="457200" marR="0" rtl="0" algn="l">
              <a:lnSpc>
                <a:spcPct val="120000"/>
              </a:lnSpc>
              <a:spcBef>
                <a:spcPts val="1000"/>
              </a:spcBef>
              <a:spcAft>
                <a:spcPts val="0"/>
              </a:spcAft>
              <a:buClr>
                <a:schemeClr val="dk1"/>
              </a:buClr>
              <a:buSzPts val="2000"/>
              <a:buFont typeface="Arial"/>
              <a:buChar char="•"/>
              <a:defRPr b="0" i="0" sz="2000" u="none" cap="none" strike="noStrike">
                <a:solidFill>
                  <a:schemeClr val="dk1"/>
                </a:solidFill>
                <a:latin typeface="Twentieth Century"/>
                <a:ea typeface="Twentieth Century"/>
                <a:cs typeface="Twentieth Century"/>
                <a:sym typeface="Twentieth Century"/>
              </a:defRPr>
            </a:lvl1pPr>
            <a:lvl2pPr indent="-342900" lvl="1" marL="914400" marR="0" rtl="0" algn="l">
              <a:lnSpc>
                <a:spcPct val="120000"/>
              </a:lnSpc>
              <a:spcBef>
                <a:spcPts val="500"/>
              </a:spcBef>
              <a:spcAft>
                <a:spcPts val="0"/>
              </a:spcAft>
              <a:buClr>
                <a:schemeClr val="dk1"/>
              </a:buClr>
              <a:buSzPts val="1800"/>
              <a:buFont typeface="Arial"/>
              <a:buChar char="•"/>
              <a:defRPr b="0" i="0" sz="1800" u="none" cap="none" strike="noStrike">
                <a:solidFill>
                  <a:schemeClr val="dk1"/>
                </a:solidFill>
                <a:latin typeface="Twentieth Century"/>
                <a:ea typeface="Twentieth Century"/>
                <a:cs typeface="Twentieth Century"/>
                <a:sym typeface="Twentieth Century"/>
              </a:defRPr>
            </a:lvl2pPr>
            <a:lvl3pPr indent="-330200" lvl="2" marL="1371600" marR="0" rtl="0" algn="l">
              <a:lnSpc>
                <a:spcPct val="120000"/>
              </a:lnSpc>
              <a:spcBef>
                <a:spcPts val="500"/>
              </a:spcBef>
              <a:spcAft>
                <a:spcPts val="0"/>
              </a:spcAft>
              <a:buClr>
                <a:schemeClr val="dk1"/>
              </a:buClr>
              <a:buSzPts val="1600"/>
              <a:buFont typeface="Arial"/>
              <a:buChar char="•"/>
              <a:defRPr b="0" i="0" sz="1600" u="none" cap="none" strike="noStrike">
                <a:solidFill>
                  <a:schemeClr val="dk1"/>
                </a:solidFill>
                <a:latin typeface="Twentieth Century"/>
                <a:ea typeface="Twentieth Century"/>
                <a:cs typeface="Twentieth Century"/>
                <a:sym typeface="Twentieth Century"/>
              </a:defRPr>
            </a:lvl3pPr>
            <a:lvl4pPr indent="-317500" lvl="3" marL="1828800" marR="0" rtl="0" algn="l">
              <a:lnSpc>
                <a:spcPct val="120000"/>
              </a:lnSpc>
              <a:spcBef>
                <a:spcPts val="500"/>
              </a:spcBef>
              <a:spcAft>
                <a:spcPts val="0"/>
              </a:spcAft>
              <a:buClr>
                <a:schemeClr val="dk1"/>
              </a:buClr>
              <a:buSzPts val="1400"/>
              <a:buFont typeface="Arial"/>
              <a:buChar char="•"/>
              <a:defRPr b="0" i="0" sz="1400" u="none" cap="none" strike="noStrike">
                <a:solidFill>
                  <a:schemeClr val="dk1"/>
                </a:solidFill>
                <a:latin typeface="Twentieth Century"/>
                <a:ea typeface="Twentieth Century"/>
                <a:cs typeface="Twentieth Century"/>
                <a:sym typeface="Twentieth Century"/>
              </a:defRPr>
            </a:lvl4pPr>
            <a:lvl5pPr indent="-317500" lvl="4" marL="2286000" marR="0" rtl="0" algn="l">
              <a:lnSpc>
                <a:spcPct val="120000"/>
              </a:lnSpc>
              <a:spcBef>
                <a:spcPts val="500"/>
              </a:spcBef>
              <a:spcAft>
                <a:spcPts val="0"/>
              </a:spcAft>
              <a:buClr>
                <a:schemeClr val="dk1"/>
              </a:buClr>
              <a:buSzPts val="1400"/>
              <a:buFont typeface="Arial"/>
              <a:buChar char="•"/>
              <a:defRPr b="0" i="0" sz="1400" u="none" cap="none" strike="noStrike">
                <a:solidFill>
                  <a:schemeClr val="dk1"/>
                </a:solidFill>
                <a:latin typeface="Twentieth Century"/>
                <a:ea typeface="Twentieth Century"/>
                <a:cs typeface="Twentieth Century"/>
                <a:sym typeface="Twentieth Century"/>
              </a:defRPr>
            </a:lvl5pPr>
            <a:lvl6pPr indent="-317500" lvl="5" marL="2743200" marR="0" rtl="0" algn="l">
              <a:lnSpc>
                <a:spcPct val="120000"/>
              </a:lnSpc>
              <a:spcBef>
                <a:spcPts val="500"/>
              </a:spcBef>
              <a:spcAft>
                <a:spcPts val="0"/>
              </a:spcAft>
              <a:buClr>
                <a:schemeClr val="dk1"/>
              </a:buClr>
              <a:buSzPts val="1400"/>
              <a:buFont typeface="Arial"/>
              <a:buChar char="•"/>
              <a:defRPr b="0" i="0" sz="1400" u="none" cap="none" strike="noStrike">
                <a:solidFill>
                  <a:schemeClr val="dk1"/>
                </a:solidFill>
                <a:latin typeface="Twentieth Century"/>
                <a:ea typeface="Twentieth Century"/>
                <a:cs typeface="Twentieth Century"/>
                <a:sym typeface="Twentieth Century"/>
              </a:defRPr>
            </a:lvl6pPr>
            <a:lvl7pPr indent="-317500" lvl="6" marL="3200400" marR="0" rtl="0" algn="l">
              <a:lnSpc>
                <a:spcPct val="120000"/>
              </a:lnSpc>
              <a:spcBef>
                <a:spcPts val="500"/>
              </a:spcBef>
              <a:spcAft>
                <a:spcPts val="0"/>
              </a:spcAft>
              <a:buClr>
                <a:schemeClr val="dk1"/>
              </a:buClr>
              <a:buSzPts val="1400"/>
              <a:buFont typeface="Arial"/>
              <a:buChar char="•"/>
              <a:defRPr b="0" i="0" sz="1400" u="none" cap="none" strike="noStrike">
                <a:solidFill>
                  <a:schemeClr val="dk1"/>
                </a:solidFill>
                <a:latin typeface="Twentieth Century"/>
                <a:ea typeface="Twentieth Century"/>
                <a:cs typeface="Twentieth Century"/>
                <a:sym typeface="Twentieth Century"/>
              </a:defRPr>
            </a:lvl7pPr>
            <a:lvl8pPr indent="-317500" lvl="7" marL="3657600" marR="0" rtl="0" algn="l">
              <a:lnSpc>
                <a:spcPct val="120000"/>
              </a:lnSpc>
              <a:spcBef>
                <a:spcPts val="500"/>
              </a:spcBef>
              <a:spcAft>
                <a:spcPts val="0"/>
              </a:spcAft>
              <a:buClr>
                <a:schemeClr val="dk1"/>
              </a:buClr>
              <a:buSzPts val="1400"/>
              <a:buFont typeface="Arial"/>
              <a:buChar char="•"/>
              <a:defRPr b="0" i="0" sz="1400" u="none" cap="none" strike="noStrike">
                <a:solidFill>
                  <a:schemeClr val="dk1"/>
                </a:solidFill>
                <a:latin typeface="Twentieth Century"/>
                <a:ea typeface="Twentieth Century"/>
                <a:cs typeface="Twentieth Century"/>
                <a:sym typeface="Twentieth Century"/>
              </a:defRPr>
            </a:lvl8pPr>
            <a:lvl9pPr indent="-317500" lvl="8" marL="4114800" marR="0" rtl="0" algn="l">
              <a:lnSpc>
                <a:spcPct val="120000"/>
              </a:lnSpc>
              <a:spcBef>
                <a:spcPts val="500"/>
              </a:spcBef>
              <a:spcAft>
                <a:spcPts val="0"/>
              </a:spcAft>
              <a:buClr>
                <a:schemeClr val="dk1"/>
              </a:buClr>
              <a:buSzPts val="1400"/>
              <a:buFont typeface="Arial"/>
              <a:buChar char="•"/>
              <a:defRPr b="0" i="0" sz="1400" u="none" cap="none" strike="noStrike">
                <a:solidFill>
                  <a:schemeClr val="dk1"/>
                </a:solidFill>
                <a:latin typeface="Twentieth Century"/>
                <a:ea typeface="Twentieth Century"/>
                <a:cs typeface="Twentieth Century"/>
                <a:sym typeface="Twentieth Century"/>
              </a:defRPr>
            </a:lvl9pPr>
          </a:lstStyle>
          <a:p/>
        </p:txBody>
      </p:sp>
      <p:sp>
        <p:nvSpPr>
          <p:cNvPr id="9" name="Google Shape;9;p1"/>
          <p:cNvSpPr txBox="1"/>
          <p:nvPr>
            <p:ph idx="10" type="dt"/>
          </p:nvPr>
        </p:nvSpPr>
        <p:spPr>
          <a:xfrm>
            <a:off x="7678737" y="5883275"/>
            <a:ext cx="2743200"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00" u="none" cap="none" strike="noStrike">
                <a:solidFill>
                  <a:schemeClr val="dk1"/>
                </a:solidFill>
                <a:latin typeface="Twentieth Century"/>
                <a:ea typeface="Twentieth Century"/>
                <a:cs typeface="Twentieth Century"/>
                <a:sym typeface="Twentieth Centur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9pPr>
          </a:lstStyle>
          <a:p/>
        </p:txBody>
      </p:sp>
      <p:sp>
        <p:nvSpPr>
          <p:cNvPr id="10" name="Google Shape;10;p1"/>
          <p:cNvSpPr txBox="1"/>
          <p:nvPr>
            <p:ph idx="11" type="ftr"/>
          </p:nvPr>
        </p:nvSpPr>
        <p:spPr>
          <a:xfrm>
            <a:off x="913774" y="5883275"/>
            <a:ext cx="6672887"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000" u="none" cap="none" strike="noStrike">
                <a:solidFill>
                  <a:schemeClr val="dk1"/>
                </a:solidFill>
                <a:latin typeface="Twentieth Century"/>
                <a:ea typeface="Twentieth Century"/>
                <a:cs typeface="Twentieth Century"/>
                <a:sym typeface="Twentieth Centur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wentieth Century"/>
                <a:ea typeface="Twentieth Century"/>
                <a:cs typeface="Twentieth Century"/>
                <a:sym typeface="Twentieth Century"/>
              </a:defRPr>
            </a:lvl9pPr>
          </a:lstStyle>
          <a:p/>
        </p:txBody>
      </p:sp>
      <p:sp>
        <p:nvSpPr>
          <p:cNvPr id="11" name="Google Shape;11;p1"/>
          <p:cNvSpPr txBox="1"/>
          <p:nvPr>
            <p:ph idx="12" type="sldNum"/>
          </p:nvPr>
        </p:nvSpPr>
        <p:spPr>
          <a:xfrm>
            <a:off x="10514011" y="5883275"/>
            <a:ext cx="764215"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9"/>
          <p:cNvSpPr txBox="1"/>
          <p:nvPr/>
        </p:nvSpPr>
        <p:spPr>
          <a:xfrm>
            <a:off x="129075" y="3448725"/>
            <a:ext cx="12192000" cy="554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000"/>
              <a:buFont typeface="Arial"/>
              <a:buNone/>
            </a:pPr>
            <a:r>
              <a:rPr b="1" lang="en-IN" sz="2400">
                <a:solidFill>
                  <a:schemeClr val="dk1"/>
                </a:solidFill>
              </a:rPr>
              <a:t>Internship:</a:t>
            </a:r>
            <a:r>
              <a:rPr lang="en-IN" sz="2400">
                <a:solidFill>
                  <a:schemeClr val="dk1"/>
                </a:solidFill>
              </a:rPr>
              <a:t> Infosys Springboard Virtual Internship 7.0 </a:t>
            </a:r>
            <a:endParaRPr b="1" i="0" sz="2400" u="none" cap="none" strike="noStrike">
              <a:solidFill>
                <a:schemeClr val="dk1"/>
              </a:solidFill>
              <a:latin typeface="Twentieth Century"/>
              <a:ea typeface="Twentieth Century"/>
              <a:cs typeface="Twentieth Century"/>
              <a:sym typeface="Twentieth Century"/>
            </a:endParaRPr>
          </a:p>
        </p:txBody>
      </p:sp>
      <p:sp>
        <p:nvSpPr>
          <p:cNvPr id="156" name="Google Shape;156;p19"/>
          <p:cNvSpPr txBox="1"/>
          <p:nvPr/>
        </p:nvSpPr>
        <p:spPr>
          <a:xfrm>
            <a:off x="0" y="0"/>
            <a:ext cx="12192000" cy="6465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000"/>
              <a:buFont typeface="Arial"/>
              <a:buNone/>
            </a:pPr>
            <a:r>
              <a:rPr b="1" i="0" lang="en-IN" sz="3000" u="none" cap="none" strike="noStrike">
                <a:solidFill>
                  <a:schemeClr val="dk1"/>
                </a:solidFill>
                <a:latin typeface="Twentieth Century"/>
                <a:ea typeface="Twentieth Century"/>
                <a:cs typeface="Twentieth Century"/>
                <a:sym typeface="Twentieth Century"/>
              </a:rPr>
              <a:t>Supply Chain Visibility System with Optimization Analytics Group 1</a:t>
            </a:r>
            <a:endParaRPr b="1" i="0" sz="3000" u="none" cap="none" strike="noStrike">
              <a:solidFill>
                <a:schemeClr val="dk1"/>
              </a:solidFill>
              <a:latin typeface="Twentieth Century"/>
              <a:ea typeface="Twentieth Century"/>
              <a:cs typeface="Twentieth Century"/>
              <a:sym typeface="Twentieth Century"/>
            </a:endParaRPr>
          </a:p>
        </p:txBody>
      </p:sp>
      <p:sp>
        <p:nvSpPr>
          <p:cNvPr id="157" name="Google Shape;157;p19"/>
          <p:cNvSpPr txBox="1"/>
          <p:nvPr/>
        </p:nvSpPr>
        <p:spPr>
          <a:xfrm>
            <a:off x="129075" y="4606875"/>
            <a:ext cx="12192000" cy="554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400"/>
              <a:buFont typeface="Arial"/>
              <a:buNone/>
            </a:pPr>
            <a:r>
              <a:rPr b="1" lang="en-IN" sz="2400">
                <a:solidFill>
                  <a:schemeClr val="dk1"/>
                </a:solidFill>
              </a:rPr>
              <a:t>Mentor:</a:t>
            </a:r>
            <a:r>
              <a:rPr lang="en-IN" sz="2400">
                <a:solidFill>
                  <a:schemeClr val="dk1"/>
                </a:solidFill>
              </a:rPr>
              <a:t> Ms. Nityasree  </a:t>
            </a:r>
            <a:endParaRPr b="0" i="0" sz="2400" u="none" cap="none" strike="noStrike">
              <a:solidFill>
                <a:schemeClr val="dk1"/>
              </a:solidFill>
              <a:latin typeface="Twentieth Century"/>
              <a:ea typeface="Twentieth Century"/>
              <a:cs typeface="Twentieth Century"/>
              <a:sym typeface="Twentieth Century"/>
            </a:endParaRPr>
          </a:p>
        </p:txBody>
      </p:sp>
      <p:sp>
        <p:nvSpPr>
          <p:cNvPr id="158" name="Google Shape;158;p19"/>
          <p:cNvSpPr txBox="1"/>
          <p:nvPr/>
        </p:nvSpPr>
        <p:spPr>
          <a:xfrm>
            <a:off x="129075" y="1087600"/>
            <a:ext cx="11863500" cy="13545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0"/>
              </a:spcAft>
              <a:buClr>
                <a:schemeClr val="dk1"/>
              </a:buClr>
              <a:buSzPts val="1100"/>
              <a:buFont typeface="Arial"/>
              <a:buNone/>
            </a:pPr>
            <a:r>
              <a:rPr i="1" lang="en-IN" sz="2000">
                <a:solidFill>
                  <a:schemeClr val="dk1"/>
                </a:solidFill>
              </a:rPr>
              <a:t>An interactive Power BI-based solution for analyzing supply chain performance and generating meaningful business insights. </a:t>
            </a:r>
            <a:endParaRPr i="1" sz="2000">
              <a:solidFill>
                <a:schemeClr val="dk1"/>
              </a:solidFill>
            </a:endParaRPr>
          </a:p>
          <a:p>
            <a:pPr indent="0" lvl="0" marL="0" rtl="0" algn="l">
              <a:spcBef>
                <a:spcPts val="1200"/>
              </a:spcBef>
              <a:spcAft>
                <a:spcPts val="0"/>
              </a:spcAft>
              <a:buNone/>
            </a:pPr>
            <a:r>
              <a:t/>
            </a:r>
            <a:endParaRPr sz="2000">
              <a:solidFill>
                <a:schemeClr val="dk1"/>
              </a:solidFill>
              <a:latin typeface="Twentieth Century"/>
              <a:ea typeface="Twentieth Century"/>
              <a:cs typeface="Twentieth Century"/>
              <a:sym typeface="Twentieth Century"/>
            </a:endParaRPr>
          </a:p>
        </p:txBody>
      </p:sp>
      <p:sp>
        <p:nvSpPr>
          <p:cNvPr id="159" name="Google Shape;159;p19"/>
          <p:cNvSpPr txBox="1"/>
          <p:nvPr/>
        </p:nvSpPr>
        <p:spPr>
          <a:xfrm>
            <a:off x="0" y="2377425"/>
            <a:ext cx="12192000" cy="1071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0"/>
              </a:spcAft>
              <a:buClr>
                <a:schemeClr val="dk1"/>
              </a:buClr>
              <a:buSzPts val="1100"/>
              <a:buFont typeface="Arial"/>
              <a:buNone/>
            </a:pPr>
            <a:r>
              <a:rPr b="1" lang="en-IN" sz="2400">
                <a:solidFill>
                  <a:schemeClr val="dk1"/>
                </a:solidFill>
              </a:rPr>
              <a:t>       Team Member:</a:t>
            </a:r>
            <a:r>
              <a:rPr lang="en-IN" sz="2400">
                <a:solidFill>
                  <a:schemeClr val="dk1"/>
                </a:solidFill>
              </a:rPr>
              <a:t> Kapu Tejaswini</a:t>
            </a:r>
            <a:endParaRPr sz="2400">
              <a:solidFill>
                <a:schemeClr val="dk1"/>
              </a:solidFill>
            </a:endParaRPr>
          </a:p>
          <a:p>
            <a:pPr indent="0" lvl="0" marL="0" rtl="0" algn="l">
              <a:spcBef>
                <a:spcPts val="1200"/>
              </a:spcBef>
              <a:spcAft>
                <a:spcPts val="0"/>
              </a:spcAft>
              <a:buNone/>
            </a:pPr>
            <a:r>
              <a:t/>
            </a:r>
            <a:endParaRPr sz="2000">
              <a:solidFill>
                <a:schemeClr val="dk1"/>
              </a:solidFill>
              <a:latin typeface="Twentieth Century"/>
              <a:ea typeface="Twentieth Century"/>
              <a:cs typeface="Twentieth Century"/>
              <a:sym typeface="Twentieth Century"/>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0"/>
          <p:cNvSpPr txBox="1"/>
          <p:nvPr/>
        </p:nvSpPr>
        <p:spPr>
          <a:xfrm>
            <a:off x="520900" y="748725"/>
            <a:ext cx="11408400" cy="6527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IN" sz="2400">
                <a:solidFill>
                  <a:schemeClr val="dk1"/>
                </a:solidFill>
              </a:rPr>
              <a:t>Project Objective</a:t>
            </a:r>
            <a:endParaRPr b="1" sz="2400">
              <a:solidFill>
                <a:schemeClr val="dk1"/>
              </a:solidFill>
            </a:endParaRPr>
          </a:p>
          <a:p>
            <a:pPr indent="-368300" lvl="0" marL="457200" rtl="0" algn="l">
              <a:lnSpc>
                <a:spcPct val="115000"/>
              </a:lnSpc>
              <a:spcBef>
                <a:spcPts val="1200"/>
              </a:spcBef>
              <a:spcAft>
                <a:spcPts val="0"/>
              </a:spcAft>
              <a:buClr>
                <a:schemeClr val="dk1"/>
              </a:buClr>
              <a:buSzPts val="2200"/>
              <a:buChar char="●"/>
            </a:pPr>
            <a:r>
              <a:rPr lang="en-IN" sz="2200">
                <a:solidFill>
                  <a:schemeClr val="dk1"/>
                </a:solidFill>
              </a:rPr>
              <a:t>To improve visibility into overall supply chain performance.</a:t>
            </a:r>
            <a:endParaRPr sz="2200">
              <a:solidFill>
                <a:schemeClr val="dk1"/>
              </a:solidFill>
            </a:endParaRPr>
          </a:p>
          <a:p>
            <a:pPr indent="-368300" lvl="0" marL="457200" rtl="0" algn="l">
              <a:lnSpc>
                <a:spcPct val="115000"/>
              </a:lnSpc>
              <a:spcBef>
                <a:spcPts val="0"/>
              </a:spcBef>
              <a:spcAft>
                <a:spcPts val="0"/>
              </a:spcAft>
              <a:buClr>
                <a:schemeClr val="dk1"/>
              </a:buClr>
              <a:buSzPts val="2200"/>
              <a:buChar char="●"/>
            </a:pPr>
            <a:r>
              <a:rPr lang="en-IN" sz="2200">
                <a:solidFill>
                  <a:schemeClr val="dk1"/>
                </a:solidFill>
              </a:rPr>
              <a:t>To analyze sales, orders, products, customers, delivery, shipping, markets, discounts, and profitability.</a:t>
            </a:r>
            <a:endParaRPr sz="2200">
              <a:solidFill>
                <a:schemeClr val="dk1"/>
              </a:solidFill>
            </a:endParaRPr>
          </a:p>
          <a:p>
            <a:pPr indent="-368300" lvl="0" marL="457200" rtl="0" algn="l">
              <a:lnSpc>
                <a:spcPct val="115000"/>
              </a:lnSpc>
              <a:spcBef>
                <a:spcPts val="0"/>
              </a:spcBef>
              <a:spcAft>
                <a:spcPts val="0"/>
              </a:spcAft>
              <a:buClr>
                <a:schemeClr val="dk1"/>
              </a:buClr>
              <a:buSzPts val="2200"/>
              <a:buChar char="●"/>
            </a:pPr>
            <a:r>
              <a:rPr lang="en-IN" sz="2200">
                <a:solidFill>
                  <a:schemeClr val="dk1"/>
                </a:solidFill>
              </a:rPr>
              <a:t>To transform raw supply chain data into meaningful and interactive visual insights.</a:t>
            </a:r>
            <a:endParaRPr sz="2200">
              <a:solidFill>
                <a:schemeClr val="dk1"/>
              </a:solidFill>
            </a:endParaRPr>
          </a:p>
          <a:p>
            <a:pPr indent="-368300" lvl="0" marL="457200" rtl="0" algn="l">
              <a:lnSpc>
                <a:spcPct val="115000"/>
              </a:lnSpc>
              <a:spcBef>
                <a:spcPts val="0"/>
              </a:spcBef>
              <a:spcAft>
                <a:spcPts val="0"/>
              </a:spcAft>
              <a:buClr>
                <a:schemeClr val="dk1"/>
              </a:buClr>
              <a:buSzPts val="2200"/>
              <a:buChar char="●"/>
            </a:pPr>
            <a:r>
              <a:rPr lang="en-IN" sz="2200">
                <a:solidFill>
                  <a:schemeClr val="dk1"/>
                </a:solidFill>
              </a:rPr>
              <a:t>To support data-driven business analysis and decision-making.</a:t>
            </a:r>
            <a:endParaRPr sz="2200">
              <a:solidFill>
                <a:schemeClr val="dk1"/>
              </a:solidFill>
            </a:endParaRPr>
          </a:p>
          <a:p>
            <a:pPr indent="0" lvl="0" marL="0" rtl="0" algn="l">
              <a:lnSpc>
                <a:spcPct val="115000"/>
              </a:lnSpc>
              <a:spcBef>
                <a:spcPts val="1400"/>
              </a:spcBef>
              <a:spcAft>
                <a:spcPts val="0"/>
              </a:spcAft>
              <a:buNone/>
            </a:pPr>
            <a:r>
              <a:rPr b="1" lang="en-IN" sz="2400">
                <a:solidFill>
                  <a:schemeClr val="dk1"/>
                </a:solidFill>
              </a:rPr>
              <a:t>Project Modules</a:t>
            </a:r>
            <a:endParaRPr b="1" sz="2400">
              <a:solidFill>
                <a:schemeClr val="dk1"/>
              </a:solidFill>
            </a:endParaRPr>
          </a:p>
          <a:p>
            <a:pPr indent="-368300" lvl="0" marL="457200" rtl="0" algn="l">
              <a:lnSpc>
                <a:spcPct val="115000"/>
              </a:lnSpc>
              <a:spcBef>
                <a:spcPts val="1200"/>
              </a:spcBef>
              <a:spcAft>
                <a:spcPts val="0"/>
              </a:spcAft>
              <a:buClr>
                <a:schemeClr val="dk1"/>
              </a:buClr>
              <a:buSzPts val="2200"/>
              <a:buChar char="●"/>
            </a:pPr>
            <a:r>
              <a:rPr lang="en-IN" sz="2200">
                <a:solidFill>
                  <a:schemeClr val="dk1"/>
                </a:solidFill>
              </a:rPr>
              <a:t>Data Acquisition &amp; Understanding</a:t>
            </a:r>
            <a:endParaRPr sz="2200">
              <a:solidFill>
                <a:schemeClr val="dk1"/>
              </a:solidFill>
            </a:endParaRPr>
          </a:p>
          <a:p>
            <a:pPr indent="-368300" lvl="0" marL="457200" rtl="0" algn="l">
              <a:lnSpc>
                <a:spcPct val="115000"/>
              </a:lnSpc>
              <a:spcBef>
                <a:spcPts val="0"/>
              </a:spcBef>
              <a:spcAft>
                <a:spcPts val="0"/>
              </a:spcAft>
              <a:buClr>
                <a:schemeClr val="dk1"/>
              </a:buClr>
              <a:buSzPts val="2200"/>
              <a:buChar char="●"/>
            </a:pPr>
            <a:r>
              <a:rPr lang="en-IN" sz="2200">
                <a:solidFill>
                  <a:schemeClr val="dk1"/>
                </a:solidFill>
              </a:rPr>
              <a:t>Data Cleaning &amp; Preprocessing</a:t>
            </a:r>
            <a:endParaRPr sz="2200">
              <a:solidFill>
                <a:schemeClr val="dk1"/>
              </a:solidFill>
            </a:endParaRPr>
          </a:p>
          <a:p>
            <a:pPr indent="-368300" lvl="0" marL="457200" rtl="0" algn="l">
              <a:lnSpc>
                <a:spcPct val="115000"/>
              </a:lnSpc>
              <a:spcBef>
                <a:spcPts val="0"/>
              </a:spcBef>
              <a:spcAft>
                <a:spcPts val="0"/>
              </a:spcAft>
              <a:buClr>
                <a:schemeClr val="dk1"/>
              </a:buClr>
              <a:buSzPts val="2200"/>
              <a:buChar char="●"/>
            </a:pPr>
            <a:r>
              <a:rPr lang="en-IN" sz="2200">
                <a:solidFill>
                  <a:schemeClr val="dk1"/>
                </a:solidFill>
              </a:rPr>
              <a:t>Data Transformation &amp; Analysis</a:t>
            </a:r>
            <a:endParaRPr sz="2200">
              <a:solidFill>
                <a:schemeClr val="dk1"/>
              </a:solidFill>
            </a:endParaRPr>
          </a:p>
          <a:p>
            <a:pPr indent="-368300" lvl="0" marL="457200" rtl="0" algn="l">
              <a:lnSpc>
                <a:spcPct val="115000"/>
              </a:lnSpc>
              <a:spcBef>
                <a:spcPts val="0"/>
              </a:spcBef>
              <a:spcAft>
                <a:spcPts val="0"/>
              </a:spcAft>
              <a:buClr>
                <a:schemeClr val="dk1"/>
              </a:buClr>
              <a:buSzPts val="2200"/>
              <a:buChar char="●"/>
            </a:pPr>
            <a:r>
              <a:rPr lang="en-IN" sz="2200">
                <a:solidFill>
                  <a:schemeClr val="dk1"/>
                </a:solidFill>
              </a:rPr>
              <a:t>Power BI Dashboard Development</a:t>
            </a:r>
            <a:endParaRPr sz="2200">
              <a:solidFill>
                <a:schemeClr val="dk1"/>
              </a:solidFill>
            </a:endParaRPr>
          </a:p>
          <a:p>
            <a:pPr indent="-368300" lvl="0" marL="457200" rtl="0" algn="l">
              <a:lnSpc>
                <a:spcPct val="115000"/>
              </a:lnSpc>
              <a:spcBef>
                <a:spcPts val="0"/>
              </a:spcBef>
              <a:spcAft>
                <a:spcPts val="0"/>
              </a:spcAft>
              <a:buClr>
                <a:schemeClr val="dk1"/>
              </a:buClr>
              <a:buSzPts val="2200"/>
              <a:buChar char="●"/>
            </a:pPr>
            <a:r>
              <a:rPr lang="en-IN" sz="2200">
                <a:solidFill>
                  <a:schemeClr val="dk1"/>
                </a:solidFill>
              </a:rPr>
              <a:t>Insights &amp; Business Recommendations</a:t>
            </a:r>
            <a:endParaRPr sz="2200">
              <a:solidFill>
                <a:schemeClr val="dk1"/>
              </a:solidFill>
            </a:endParaRPr>
          </a:p>
          <a:p>
            <a:pPr indent="0" lvl="0" marL="457200" rtl="0" algn="l">
              <a:lnSpc>
                <a:spcPct val="115000"/>
              </a:lnSpc>
              <a:spcBef>
                <a:spcPts val="1200"/>
              </a:spcBef>
              <a:spcAft>
                <a:spcPts val="0"/>
              </a:spcAft>
              <a:buNone/>
            </a:pPr>
            <a:r>
              <a:t/>
            </a:r>
            <a:endParaRPr b="1" sz="2800">
              <a:solidFill>
                <a:schemeClr val="dk1"/>
              </a:solidFill>
            </a:endParaRPr>
          </a:p>
          <a:p>
            <a:pPr indent="0" lvl="0" marL="0" rtl="0" algn="l">
              <a:spcBef>
                <a:spcPts val="1200"/>
              </a:spcBef>
              <a:spcAft>
                <a:spcPts val="0"/>
              </a:spcAft>
              <a:buNone/>
            </a:pPr>
            <a:r>
              <a:t/>
            </a:r>
            <a:endParaRPr sz="2000">
              <a:solidFill>
                <a:schemeClr val="dk1"/>
              </a:solidFill>
              <a:latin typeface="Twentieth Century"/>
              <a:ea typeface="Twentieth Century"/>
              <a:cs typeface="Twentieth Century"/>
              <a:sym typeface="Twentieth Century"/>
            </a:endParaRPr>
          </a:p>
        </p:txBody>
      </p:sp>
      <p:sp>
        <p:nvSpPr>
          <p:cNvPr id="165" name="Google Shape;165;p20"/>
          <p:cNvSpPr txBox="1"/>
          <p:nvPr/>
        </p:nvSpPr>
        <p:spPr>
          <a:xfrm>
            <a:off x="0" y="0"/>
            <a:ext cx="121920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IN" sz="3000">
                <a:solidFill>
                  <a:schemeClr val="dk1"/>
                </a:solidFill>
                <a:latin typeface="Twentieth Century"/>
                <a:ea typeface="Twentieth Century"/>
                <a:cs typeface="Twentieth Century"/>
                <a:sym typeface="Twentieth Century"/>
              </a:rPr>
              <a:t>PROJECT OBJECTIVE</a:t>
            </a:r>
            <a:endParaRPr b="1" sz="3000">
              <a:solidFill>
                <a:schemeClr val="dk1"/>
              </a:solidFill>
              <a:latin typeface="Twentieth Century"/>
              <a:ea typeface="Twentieth Century"/>
              <a:cs typeface="Twentieth Century"/>
              <a:sym typeface="Twentieth Century"/>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1"/>
          <p:cNvSpPr txBox="1"/>
          <p:nvPr/>
        </p:nvSpPr>
        <p:spPr>
          <a:xfrm>
            <a:off x="0" y="0"/>
            <a:ext cx="121920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IN" sz="2400">
                <a:solidFill>
                  <a:schemeClr val="dk1"/>
                </a:solidFill>
                <a:latin typeface="Twentieth Century"/>
                <a:ea typeface="Twentieth Century"/>
                <a:cs typeface="Twentieth Century"/>
                <a:sym typeface="Twentieth Century"/>
              </a:rPr>
              <a:t>PROJECT EXECUTION MILESTONES </a:t>
            </a:r>
            <a:endParaRPr b="1" sz="2400">
              <a:solidFill>
                <a:schemeClr val="dk1"/>
              </a:solidFill>
              <a:latin typeface="Twentieth Century"/>
              <a:ea typeface="Twentieth Century"/>
              <a:cs typeface="Twentieth Century"/>
              <a:sym typeface="Twentieth Century"/>
            </a:endParaRPr>
          </a:p>
        </p:txBody>
      </p:sp>
      <p:sp>
        <p:nvSpPr>
          <p:cNvPr id="171" name="Google Shape;171;p21"/>
          <p:cNvSpPr txBox="1"/>
          <p:nvPr/>
        </p:nvSpPr>
        <p:spPr>
          <a:xfrm>
            <a:off x="0" y="597775"/>
            <a:ext cx="12192000" cy="6880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IN" sz="2000">
                <a:solidFill>
                  <a:schemeClr val="dk1"/>
                </a:solidFill>
              </a:rPr>
              <a:t>Milestone 1 – Data Acquisition &amp; Cleaning</a:t>
            </a:r>
            <a:endParaRPr b="1" sz="2000">
              <a:solidFill>
                <a:schemeClr val="dk1"/>
              </a:solidFill>
            </a:endParaRPr>
          </a:p>
          <a:p>
            <a:pPr indent="-342900" lvl="0" marL="457200" rtl="0" algn="l">
              <a:lnSpc>
                <a:spcPct val="115000"/>
              </a:lnSpc>
              <a:spcBef>
                <a:spcPts val="1200"/>
              </a:spcBef>
              <a:spcAft>
                <a:spcPts val="0"/>
              </a:spcAft>
              <a:buClr>
                <a:schemeClr val="dk1"/>
              </a:buClr>
              <a:buSzPts val="1800"/>
              <a:buChar char="●"/>
            </a:pPr>
            <a:r>
              <a:rPr lang="en-IN" sz="1800">
                <a:solidFill>
                  <a:schemeClr val="dk1"/>
                </a:solidFill>
              </a:rPr>
              <a:t>Collected and studied the DataCo Supply Chain Dataset, performed data preprocessing and cleaning using Power Query Editor, corrected data types, removed unnecessary columns, handled duplicates, and prepared the dataset for analysis.</a:t>
            </a:r>
            <a:endParaRPr sz="1800">
              <a:solidFill>
                <a:schemeClr val="dk1"/>
              </a:solidFill>
            </a:endParaRPr>
          </a:p>
          <a:p>
            <a:pPr indent="0" lvl="0" marL="0" rtl="0" algn="l">
              <a:lnSpc>
                <a:spcPct val="115000"/>
              </a:lnSpc>
              <a:spcBef>
                <a:spcPts val="1400"/>
              </a:spcBef>
              <a:spcAft>
                <a:spcPts val="0"/>
              </a:spcAft>
              <a:buNone/>
            </a:pPr>
            <a:r>
              <a:rPr b="1" lang="en-IN" sz="2000">
                <a:solidFill>
                  <a:schemeClr val="dk1"/>
                </a:solidFill>
              </a:rPr>
              <a:t>Milestone 2 – Data Modeling</a:t>
            </a:r>
            <a:endParaRPr b="1" sz="2000">
              <a:solidFill>
                <a:schemeClr val="dk1"/>
              </a:solidFill>
            </a:endParaRPr>
          </a:p>
          <a:p>
            <a:pPr indent="-342900" lvl="0" marL="457200" rtl="0" algn="l">
              <a:lnSpc>
                <a:spcPct val="115000"/>
              </a:lnSpc>
              <a:spcBef>
                <a:spcPts val="1200"/>
              </a:spcBef>
              <a:spcAft>
                <a:spcPts val="0"/>
              </a:spcAft>
              <a:buClr>
                <a:schemeClr val="dk1"/>
              </a:buClr>
              <a:buSzPts val="1800"/>
              <a:buChar char="●"/>
            </a:pPr>
            <a:r>
              <a:rPr lang="en-IN" sz="1800">
                <a:solidFill>
                  <a:schemeClr val="dk1"/>
                </a:solidFill>
              </a:rPr>
              <a:t>Transformed the cleaned dataset into an analysis-ready structure, created required calculated and derived fields, organized relevant attributes, and prepared the data for Power BI analysis and visualization.</a:t>
            </a:r>
            <a:endParaRPr sz="1800">
              <a:solidFill>
                <a:schemeClr val="dk1"/>
              </a:solidFill>
            </a:endParaRPr>
          </a:p>
          <a:p>
            <a:pPr indent="0" lvl="0" marL="0" rtl="0" algn="l">
              <a:lnSpc>
                <a:spcPct val="115000"/>
              </a:lnSpc>
              <a:spcBef>
                <a:spcPts val="1400"/>
              </a:spcBef>
              <a:spcAft>
                <a:spcPts val="0"/>
              </a:spcAft>
              <a:buNone/>
            </a:pPr>
            <a:r>
              <a:rPr b="1" lang="en-IN" sz="2000">
                <a:solidFill>
                  <a:schemeClr val="dk1"/>
                </a:solidFill>
              </a:rPr>
              <a:t>Milestone 3 – Development</a:t>
            </a:r>
            <a:endParaRPr b="1" sz="2000">
              <a:solidFill>
                <a:schemeClr val="dk1"/>
              </a:solidFill>
            </a:endParaRPr>
          </a:p>
          <a:p>
            <a:pPr indent="-342900" lvl="0" marL="457200" rtl="0" algn="l">
              <a:lnSpc>
                <a:spcPct val="115000"/>
              </a:lnSpc>
              <a:spcBef>
                <a:spcPts val="1200"/>
              </a:spcBef>
              <a:spcAft>
                <a:spcPts val="0"/>
              </a:spcAft>
              <a:buClr>
                <a:schemeClr val="dk1"/>
              </a:buClr>
              <a:buSzPts val="1800"/>
              <a:buChar char="●"/>
            </a:pPr>
            <a:r>
              <a:rPr lang="en-IN" sz="1800">
                <a:solidFill>
                  <a:schemeClr val="dk1"/>
                </a:solidFill>
              </a:rPr>
              <a:t>Developed </a:t>
            </a:r>
            <a:r>
              <a:rPr b="1" lang="en-IN" sz="1800">
                <a:solidFill>
                  <a:schemeClr val="dk1"/>
                </a:solidFill>
              </a:rPr>
              <a:t>seven interactive Power BI dashboards</a:t>
            </a:r>
            <a:r>
              <a:rPr lang="en-IN" sz="1800">
                <a:solidFill>
                  <a:schemeClr val="dk1"/>
                </a:solidFill>
              </a:rPr>
              <a:t> covering supply chain performance, product and pricing, customer and geography, delivery and shipping, regional and market performance, orders and discounts, and profitability.</a:t>
            </a:r>
            <a:endParaRPr sz="1800">
              <a:solidFill>
                <a:schemeClr val="dk1"/>
              </a:solidFill>
            </a:endParaRPr>
          </a:p>
          <a:p>
            <a:pPr indent="0" lvl="0" marL="0" rtl="0" algn="l">
              <a:lnSpc>
                <a:spcPct val="115000"/>
              </a:lnSpc>
              <a:spcBef>
                <a:spcPts val="1400"/>
              </a:spcBef>
              <a:spcAft>
                <a:spcPts val="0"/>
              </a:spcAft>
              <a:buNone/>
            </a:pPr>
            <a:r>
              <a:rPr b="1" lang="en-IN" sz="2000">
                <a:solidFill>
                  <a:schemeClr val="dk1"/>
                </a:solidFill>
              </a:rPr>
              <a:t>Milestone 4 – Review &amp; Optimization</a:t>
            </a:r>
            <a:endParaRPr b="1" sz="2000">
              <a:solidFill>
                <a:schemeClr val="dk1"/>
              </a:solidFill>
            </a:endParaRPr>
          </a:p>
          <a:p>
            <a:pPr indent="-342900" lvl="0" marL="457200" rtl="0" algn="l">
              <a:lnSpc>
                <a:spcPct val="115000"/>
              </a:lnSpc>
              <a:spcBef>
                <a:spcPts val="1200"/>
              </a:spcBef>
              <a:spcAft>
                <a:spcPts val="0"/>
              </a:spcAft>
              <a:buClr>
                <a:schemeClr val="dk1"/>
              </a:buClr>
              <a:buSzPts val="1800"/>
              <a:buChar char="●"/>
            </a:pPr>
            <a:r>
              <a:rPr lang="en-IN" sz="1800">
                <a:solidFill>
                  <a:schemeClr val="dk1"/>
                </a:solidFill>
              </a:rPr>
              <a:t>Reviewed and validated all seven dashboards, checked visualization accuracy and consistency, improved dashboard formatting, generated business insights, and finalized the project documentation and presentation.</a:t>
            </a:r>
            <a:endParaRPr sz="1800">
              <a:solidFill>
                <a:schemeClr val="dk1"/>
              </a:solidFill>
            </a:endParaRPr>
          </a:p>
          <a:p>
            <a:pPr indent="0" lvl="0" marL="0" rtl="0" algn="l">
              <a:lnSpc>
                <a:spcPct val="115000"/>
              </a:lnSpc>
              <a:spcBef>
                <a:spcPts val="1200"/>
              </a:spcBef>
              <a:spcAft>
                <a:spcPts val="0"/>
              </a:spcAft>
              <a:buNone/>
            </a:pPr>
            <a:r>
              <a:t/>
            </a:r>
            <a:endParaRPr b="1" sz="2000">
              <a:solidFill>
                <a:schemeClr val="dk1"/>
              </a:solidFill>
            </a:endParaRPr>
          </a:p>
          <a:p>
            <a:pPr indent="0" lvl="0" marL="0" rtl="0" algn="l">
              <a:spcBef>
                <a:spcPts val="1200"/>
              </a:spcBef>
              <a:spcAft>
                <a:spcPts val="0"/>
              </a:spcAft>
              <a:buNone/>
            </a:pPr>
            <a:r>
              <a:t/>
            </a:r>
            <a:endParaRPr sz="1800">
              <a:solidFill>
                <a:schemeClr val="dk1"/>
              </a:solidFill>
              <a:latin typeface="Twentieth Century"/>
              <a:ea typeface="Twentieth Century"/>
              <a:cs typeface="Twentieth Century"/>
              <a:sym typeface="Twentieth Century"/>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2"/>
          <p:cNvSpPr txBox="1"/>
          <p:nvPr/>
        </p:nvSpPr>
        <p:spPr>
          <a:xfrm>
            <a:off x="0" y="0"/>
            <a:ext cx="122226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IN" sz="3000">
                <a:solidFill>
                  <a:schemeClr val="dk1"/>
                </a:solidFill>
                <a:latin typeface="Twentieth Century"/>
                <a:ea typeface="Twentieth Century"/>
                <a:cs typeface="Twentieth Century"/>
                <a:sym typeface="Twentieth Century"/>
              </a:rPr>
              <a:t>CHALLENGES &amp; RESOLUTIONS </a:t>
            </a:r>
            <a:endParaRPr b="1" sz="3000">
              <a:solidFill>
                <a:schemeClr val="dk1"/>
              </a:solidFill>
              <a:latin typeface="Twentieth Century"/>
              <a:ea typeface="Twentieth Century"/>
              <a:cs typeface="Twentieth Century"/>
              <a:sym typeface="Twentieth Century"/>
            </a:endParaRPr>
          </a:p>
        </p:txBody>
      </p:sp>
      <p:sp>
        <p:nvSpPr>
          <p:cNvPr id="177" name="Google Shape;177;p22"/>
          <p:cNvSpPr txBox="1"/>
          <p:nvPr/>
        </p:nvSpPr>
        <p:spPr>
          <a:xfrm>
            <a:off x="261400" y="764875"/>
            <a:ext cx="11930700" cy="6328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Clr>
                <a:schemeClr val="dk1"/>
              </a:buClr>
              <a:buSzPts val="1100"/>
              <a:buFont typeface="Arial"/>
              <a:buNone/>
            </a:pPr>
            <a:r>
              <a:rPr b="1" lang="en-IN" sz="2400">
                <a:solidFill>
                  <a:schemeClr val="dk1"/>
                </a:solidFill>
              </a:rPr>
              <a:t>Challenges</a:t>
            </a:r>
            <a:endParaRPr b="1" sz="2400">
              <a:solidFill>
                <a:schemeClr val="dk1"/>
              </a:solidFill>
            </a:endParaRPr>
          </a:p>
          <a:p>
            <a:pPr indent="-368300" lvl="0" marL="457200" rtl="0" algn="l">
              <a:lnSpc>
                <a:spcPct val="115000"/>
              </a:lnSpc>
              <a:spcBef>
                <a:spcPts val="1200"/>
              </a:spcBef>
              <a:spcAft>
                <a:spcPts val="0"/>
              </a:spcAft>
              <a:buClr>
                <a:schemeClr val="dk1"/>
              </a:buClr>
              <a:buSzPts val="2200"/>
              <a:buAutoNum type="arabicPeriod"/>
            </a:pPr>
            <a:r>
              <a:rPr lang="en-IN" sz="2200">
                <a:solidFill>
                  <a:schemeClr val="dk1"/>
                </a:solidFill>
              </a:rPr>
              <a:t>The dataset contained a large number of records and columns, making it difficult to identify the most relevant information.</a:t>
            </a:r>
            <a:endParaRPr sz="2200">
              <a:solidFill>
                <a:schemeClr val="dk1"/>
              </a:solidFill>
            </a:endParaRPr>
          </a:p>
          <a:p>
            <a:pPr indent="-368300" lvl="0" marL="457200" rtl="0" algn="l">
              <a:lnSpc>
                <a:spcPct val="115000"/>
              </a:lnSpc>
              <a:spcBef>
                <a:spcPts val="0"/>
              </a:spcBef>
              <a:spcAft>
                <a:spcPts val="0"/>
              </a:spcAft>
              <a:buClr>
                <a:schemeClr val="dk1"/>
              </a:buClr>
              <a:buSzPts val="2200"/>
              <a:buAutoNum type="arabicPeriod"/>
            </a:pPr>
            <a:r>
              <a:rPr lang="en-IN" sz="2200">
                <a:solidFill>
                  <a:schemeClr val="dk1"/>
                </a:solidFill>
              </a:rPr>
              <a:t>Several data fields required cleaning, transformation, and correct data-type assignment before analysis.</a:t>
            </a:r>
            <a:endParaRPr sz="2200">
              <a:solidFill>
                <a:schemeClr val="dk1"/>
              </a:solidFill>
            </a:endParaRPr>
          </a:p>
          <a:p>
            <a:pPr indent="-368300" lvl="0" marL="457200" rtl="0" algn="l">
              <a:lnSpc>
                <a:spcPct val="115000"/>
              </a:lnSpc>
              <a:spcBef>
                <a:spcPts val="0"/>
              </a:spcBef>
              <a:spcAft>
                <a:spcPts val="0"/>
              </a:spcAft>
              <a:buClr>
                <a:schemeClr val="dk1"/>
              </a:buClr>
              <a:buSzPts val="2200"/>
              <a:buAutoNum type="arabicPeriod"/>
            </a:pPr>
            <a:r>
              <a:rPr lang="en-IN" sz="2200">
                <a:solidFill>
                  <a:schemeClr val="dk1"/>
                </a:solidFill>
              </a:rPr>
              <a:t>Different business areas needed to be represented through suitable and meaningful Power BI visualizations.</a:t>
            </a:r>
            <a:endParaRPr sz="22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IN" sz="2400">
                <a:solidFill>
                  <a:schemeClr val="dk1"/>
                </a:solidFill>
              </a:rPr>
              <a:t>Resolutions</a:t>
            </a:r>
            <a:endParaRPr b="1" sz="2400">
              <a:solidFill>
                <a:schemeClr val="dk1"/>
              </a:solidFill>
            </a:endParaRPr>
          </a:p>
          <a:p>
            <a:pPr indent="-368300" lvl="0" marL="457200" rtl="0" algn="l">
              <a:lnSpc>
                <a:spcPct val="115000"/>
              </a:lnSpc>
              <a:spcBef>
                <a:spcPts val="1200"/>
              </a:spcBef>
              <a:spcAft>
                <a:spcPts val="0"/>
              </a:spcAft>
              <a:buClr>
                <a:schemeClr val="dk1"/>
              </a:buClr>
              <a:buSzPts val="2200"/>
              <a:buAutoNum type="arabicPeriod"/>
            </a:pPr>
            <a:r>
              <a:rPr lang="en-IN" sz="2200">
                <a:solidFill>
                  <a:schemeClr val="dk1"/>
                </a:solidFill>
              </a:rPr>
              <a:t>Studied the dataset structure and identified relevant attributes according to the project requirements.</a:t>
            </a:r>
            <a:endParaRPr sz="2200">
              <a:solidFill>
                <a:schemeClr val="dk1"/>
              </a:solidFill>
            </a:endParaRPr>
          </a:p>
          <a:p>
            <a:pPr indent="-368300" lvl="0" marL="457200" rtl="0" algn="l">
              <a:lnSpc>
                <a:spcPct val="115000"/>
              </a:lnSpc>
              <a:spcBef>
                <a:spcPts val="0"/>
              </a:spcBef>
              <a:spcAft>
                <a:spcPts val="0"/>
              </a:spcAft>
              <a:buClr>
                <a:schemeClr val="dk1"/>
              </a:buClr>
              <a:buSzPts val="2200"/>
              <a:buAutoNum type="arabicPeriod"/>
            </a:pPr>
            <a:r>
              <a:rPr lang="en-IN" sz="2200">
                <a:solidFill>
                  <a:schemeClr val="dk1"/>
                </a:solidFill>
              </a:rPr>
              <a:t>Used </a:t>
            </a:r>
            <a:r>
              <a:rPr b="1" lang="en-IN" sz="2200">
                <a:solidFill>
                  <a:schemeClr val="dk1"/>
                </a:solidFill>
              </a:rPr>
              <a:t>Power Query Editor</a:t>
            </a:r>
            <a:r>
              <a:rPr lang="en-IN" sz="2200">
                <a:solidFill>
                  <a:schemeClr val="dk1"/>
                </a:solidFill>
              </a:rPr>
              <a:t> to clean, transform, rename, and prepare the dataset.</a:t>
            </a:r>
            <a:endParaRPr sz="2200">
              <a:solidFill>
                <a:schemeClr val="dk1"/>
              </a:solidFill>
            </a:endParaRPr>
          </a:p>
          <a:p>
            <a:pPr indent="-368300" lvl="0" marL="457200" rtl="0" algn="l">
              <a:lnSpc>
                <a:spcPct val="115000"/>
              </a:lnSpc>
              <a:spcBef>
                <a:spcPts val="0"/>
              </a:spcBef>
              <a:spcAft>
                <a:spcPts val="0"/>
              </a:spcAft>
              <a:buClr>
                <a:schemeClr val="dk1"/>
              </a:buClr>
              <a:buSzPts val="2200"/>
              <a:buAutoNum type="arabicPeriod"/>
            </a:pPr>
            <a:r>
              <a:rPr lang="en-IN" sz="2200">
                <a:solidFill>
                  <a:schemeClr val="dk1"/>
                </a:solidFill>
              </a:rPr>
              <a:t>Selected appropriate Power BI visualizations and organized the analysis into seven focused dashboards.</a:t>
            </a:r>
            <a:endParaRPr sz="2200">
              <a:solidFill>
                <a:schemeClr val="dk1"/>
              </a:solidFill>
            </a:endParaRPr>
          </a:p>
          <a:p>
            <a:pPr indent="0" lvl="0" marL="0" rtl="0" algn="l">
              <a:spcBef>
                <a:spcPts val="1200"/>
              </a:spcBef>
              <a:spcAft>
                <a:spcPts val="0"/>
              </a:spcAft>
              <a:buNone/>
            </a:pPr>
            <a:r>
              <a:t/>
            </a:r>
            <a:endParaRPr b="1" sz="24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3"/>
          <p:cNvSpPr txBox="1"/>
          <p:nvPr/>
        </p:nvSpPr>
        <p:spPr>
          <a:xfrm>
            <a:off x="0" y="135550"/>
            <a:ext cx="121920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IN" sz="3000">
                <a:solidFill>
                  <a:schemeClr val="dk1"/>
                </a:solidFill>
                <a:latin typeface="Twentieth Century"/>
                <a:ea typeface="Twentieth Century"/>
                <a:cs typeface="Twentieth Century"/>
                <a:sym typeface="Twentieth Century"/>
              </a:rPr>
              <a:t>FUTURE ENHANCEMENTS &amp; KEY INSIGHTS </a:t>
            </a:r>
            <a:endParaRPr b="1" sz="3000">
              <a:solidFill>
                <a:schemeClr val="dk1"/>
              </a:solidFill>
              <a:latin typeface="Twentieth Century"/>
              <a:ea typeface="Twentieth Century"/>
              <a:cs typeface="Twentieth Century"/>
              <a:sym typeface="Twentieth Century"/>
            </a:endParaRPr>
          </a:p>
        </p:txBody>
      </p:sp>
      <p:sp>
        <p:nvSpPr>
          <p:cNvPr id="183" name="Google Shape;183;p23"/>
          <p:cNvSpPr txBox="1"/>
          <p:nvPr/>
        </p:nvSpPr>
        <p:spPr>
          <a:xfrm>
            <a:off x="277550" y="955275"/>
            <a:ext cx="11844300" cy="5099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Clr>
                <a:schemeClr val="dk1"/>
              </a:buClr>
              <a:buSzPts val="1100"/>
              <a:buFont typeface="Arial"/>
              <a:buNone/>
            </a:pPr>
            <a:r>
              <a:rPr b="1" lang="en-IN" sz="2800">
                <a:solidFill>
                  <a:schemeClr val="dk1"/>
                </a:solidFill>
              </a:rPr>
              <a:t>Future Enhancements</a:t>
            </a:r>
            <a:endParaRPr b="1" sz="2800">
              <a:solidFill>
                <a:schemeClr val="dk1"/>
              </a:solidFill>
            </a:endParaRPr>
          </a:p>
          <a:p>
            <a:pPr indent="-381000" lvl="0" marL="457200" rtl="0" algn="l">
              <a:lnSpc>
                <a:spcPct val="115000"/>
              </a:lnSpc>
              <a:spcBef>
                <a:spcPts val="1200"/>
              </a:spcBef>
              <a:spcAft>
                <a:spcPts val="0"/>
              </a:spcAft>
              <a:buClr>
                <a:schemeClr val="dk1"/>
              </a:buClr>
              <a:buSzPts val="2400"/>
              <a:buChar char="●"/>
            </a:pPr>
            <a:r>
              <a:rPr lang="en-IN" sz="2400">
                <a:solidFill>
                  <a:schemeClr val="dk1"/>
                </a:solidFill>
              </a:rPr>
              <a:t>Integrate real-time supply chain data for continuous monitoring.</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IN" sz="2400">
                <a:solidFill>
                  <a:schemeClr val="dk1"/>
                </a:solidFill>
              </a:rPr>
              <a:t>Add sales and demand forecasting capabilities.</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IN" sz="2400">
                <a:solidFill>
                  <a:schemeClr val="dk1"/>
                </a:solidFill>
              </a:rPr>
              <a:t>Develop predictive analysis for potential late deliveries.</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IN" sz="2400">
                <a:solidFill>
                  <a:schemeClr val="dk1"/>
                </a:solidFill>
              </a:rPr>
              <a:t>Introduce advanced analytics and automation for better decision-making.</a:t>
            </a:r>
            <a:endParaRPr sz="24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IN" sz="2800">
                <a:solidFill>
                  <a:schemeClr val="dk1"/>
                </a:solidFill>
              </a:rPr>
              <a:t>Key Insights</a:t>
            </a:r>
            <a:endParaRPr b="1" sz="2800">
              <a:solidFill>
                <a:schemeClr val="dk1"/>
              </a:solidFill>
            </a:endParaRPr>
          </a:p>
          <a:p>
            <a:pPr indent="-381000" lvl="0" marL="457200" rtl="0" algn="l">
              <a:lnSpc>
                <a:spcPct val="115000"/>
              </a:lnSpc>
              <a:spcBef>
                <a:spcPts val="1200"/>
              </a:spcBef>
              <a:spcAft>
                <a:spcPts val="0"/>
              </a:spcAft>
              <a:buClr>
                <a:schemeClr val="dk1"/>
              </a:buClr>
              <a:buSzPts val="2400"/>
              <a:buChar char="●"/>
            </a:pPr>
            <a:r>
              <a:rPr lang="en-IN" sz="2400">
                <a:solidFill>
                  <a:schemeClr val="dk1"/>
                </a:solidFill>
              </a:rPr>
              <a:t>More than </a:t>
            </a:r>
            <a:r>
              <a:rPr b="1" lang="en-IN" sz="2400">
                <a:solidFill>
                  <a:schemeClr val="dk1"/>
                </a:solidFill>
              </a:rPr>
              <a:t>180K orders</a:t>
            </a:r>
            <a:r>
              <a:rPr lang="en-IN" sz="2400">
                <a:solidFill>
                  <a:schemeClr val="dk1"/>
                </a:solidFill>
              </a:rPr>
              <a:t> were analyzed, indicating large-scale supply chain activity.</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b="1" lang="en-IN" sz="2400">
                <a:solidFill>
                  <a:schemeClr val="dk1"/>
                </a:solidFill>
              </a:rPr>
              <a:t>Europe</a:t>
            </a:r>
            <a:r>
              <a:rPr lang="en-IN" sz="2400">
                <a:solidFill>
                  <a:schemeClr val="dk1"/>
                </a:solidFill>
              </a:rPr>
              <a:t> emerged as a strong-performing market in terms of sales.</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b="1" lang="en-IN" sz="2400">
                <a:solidFill>
                  <a:schemeClr val="dk1"/>
                </a:solidFill>
              </a:rPr>
              <a:t>Late deliveries</a:t>
            </a:r>
            <a:r>
              <a:rPr lang="en-IN" sz="2400">
                <a:solidFill>
                  <a:schemeClr val="dk1"/>
                </a:solidFill>
              </a:rPr>
              <a:t> highlighted an important area for logistics improvement.</a:t>
            </a:r>
            <a:endParaRPr sz="2400">
              <a:solidFill>
                <a:schemeClr val="dk1"/>
              </a:solidFill>
            </a:endParaRPr>
          </a:p>
          <a:p>
            <a:pPr indent="0" lvl="0" marL="0" rtl="0" algn="l">
              <a:spcBef>
                <a:spcPts val="1200"/>
              </a:spcBef>
              <a:spcAft>
                <a:spcPts val="0"/>
              </a:spcAft>
              <a:buNone/>
            </a:pPr>
            <a:r>
              <a:t/>
            </a:r>
            <a:endParaRPr sz="2000">
              <a:solidFill>
                <a:schemeClr val="dk1"/>
              </a:solidFill>
              <a:latin typeface="Twentieth Century"/>
              <a:ea typeface="Twentieth Century"/>
              <a:cs typeface="Twentieth Century"/>
              <a:sym typeface="Twentieth Century"/>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4"/>
          <p:cNvSpPr txBox="1"/>
          <p:nvPr/>
        </p:nvSpPr>
        <p:spPr>
          <a:xfrm>
            <a:off x="0" y="0"/>
            <a:ext cx="121920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IN" sz="3000">
                <a:solidFill>
                  <a:schemeClr val="dk1"/>
                </a:solidFill>
                <a:latin typeface="Twentieth Century"/>
                <a:ea typeface="Twentieth Century"/>
                <a:cs typeface="Twentieth Century"/>
                <a:sym typeface="Twentieth Century"/>
              </a:rPr>
              <a:t>CONCLUSION </a:t>
            </a:r>
            <a:endParaRPr b="1" sz="3000">
              <a:solidFill>
                <a:schemeClr val="dk1"/>
              </a:solidFill>
              <a:latin typeface="Twentieth Century"/>
              <a:ea typeface="Twentieth Century"/>
              <a:cs typeface="Twentieth Century"/>
              <a:sym typeface="Twentieth Century"/>
            </a:endParaRPr>
          </a:p>
        </p:txBody>
      </p:sp>
      <p:sp>
        <p:nvSpPr>
          <p:cNvPr id="189" name="Google Shape;189;p24"/>
          <p:cNvSpPr txBox="1"/>
          <p:nvPr/>
        </p:nvSpPr>
        <p:spPr>
          <a:xfrm>
            <a:off x="-75" y="813275"/>
            <a:ext cx="121920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2400">
                <a:solidFill>
                  <a:schemeClr val="dk1"/>
                </a:solidFill>
                <a:latin typeface="Twentieth Century"/>
                <a:ea typeface="Twentieth Century"/>
                <a:cs typeface="Twentieth Century"/>
                <a:sym typeface="Twentieth Century"/>
              </a:rPr>
              <a:t>The Supply Chain Visibility System with Optimization Analytics project successfully transformed the DataCo Supply Chain Dataset into an interactive Power BI-based Business Intelligence solution. </a:t>
            </a:r>
            <a:endParaRPr sz="2400">
              <a:solidFill>
                <a:schemeClr val="dk1"/>
              </a:solidFill>
              <a:latin typeface="Twentieth Century"/>
              <a:ea typeface="Twentieth Century"/>
              <a:cs typeface="Twentieth Century"/>
              <a:sym typeface="Twentieth Century"/>
            </a:endParaRPr>
          </a:p>
        </p:txBody>
      </p:sp>
      <p:sp>
        <p:nvSpPr>
          <p:cNvPr id="190" name="Google Shape;190;p24"/>
          <p:cNvSpPr txBox="1"/>
          <p:nvPr/>
        </p:nvSpPr>
        <p:spPr>
          <a:xfrm>
            <a:off x="438900" y="1903450"/>
            <a:ext cx="11408400" cy="5099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Clr>
                <a:schemeClr val="dk1"/>
              </a:buClr>
              <a:buSzPts val="1100"/>
              <a:buFont typeface="Arial"/>
              <a:buNone/>
            </a:pPr>
            <a:r>
              <a:rPr b="1" lang="en-IN" sz="2800">
                <a:solidFill>
                  <a:schemeClr val="dk1"/>
                </a:solidFill>
              </a:rPr>
              <a:t>Technical Skills</a:t>
            </a:r>
            <a:endParaRPr b="1" sz="2800">
              <a:solidFill>
                <a:schemeClr val="dk1"/>
              </a:solidFill>
            </a:endParaRPr>
          </a:p>
          <a:p>
            <a:pPr indent="-381000" lvl="0" marL="457200" rtl="0" algn="l">
              <a:lnSpc>
                <a:spcPct val="115000"/>
              </a:lnSpc>
              <a:spcBef>
                <a:spcPts val="1200"/>
              </a:spcBef>
              <a:spcAft>
                <a:spcPts val="0"/>
              </a:spcAft>
              <a:buClr>
                <a:schemeClr val="dk1"/>
              </a:buClr>
              <a:buSzPts val="2400"/>
              <a:buChar char="●"/>
            </a:pPr>
            <a:r>
              <a:rPr lang="en-IN" sz="2400">
                <a:solidFill>
                  <a:schemeClr val="dk1"/>
                </a:solidFill>
              </a:rPr>
              <a:t>Power BI &amp; Dashboard Development</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IN" sz="2400">
                <a:solidFill>
                  <a:schemeClr val="dk1"/>
                </a:solidFill>
              </a:rPr>
              <a:t>Power Query Data Preprocessing</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IN" sz="2400">
                <a:solidFill>
                  <a:schemeClr val="dk1"/>
                </a:solidFill>
              </a:rPr>
              <a:t>Data Visualization &amp; Business Analysis</a:t>
            </a:r>
            <a:endParaRPr sz="24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IN" sz="2800">
                <a:solidFill>
                  <a:schemeClr val="dk1"/>
                </a:solidFill>
              </a:rPr>
              <a:t>Soft Skills</a:t>
            </a:r>
            <a:endParaRPr b="1" sz="2800">
              <a:solidFill>
                <a:schemeClr val="dk1"/>
              </a:solidFill>
            </a:endParaRPr>
          </a:p>
          <a:p>
            <a:pPr indent="-381000" lvl="0" marL="457200" rtl="0" algn="l">
              <a:lnSpc>
                <a:spcPct val="115000"/>
              </a:lnSpc>
              <a:spcBef>
                <a:spcPts val="1200"/>
              </a:spcBef>
              <a:spcAft>
                <a:spcPts val="0"/>
              </a:spcAft>
              <a:buClr>
                <a:schemeClr val="dk1"/>
              </a:buClr>
              <a:buSzPts val="2400"/>
              <a:buChar char="●"/>
            </a:pPr>
            <a:r>
              <a:rPr lang="en-IN" sz="2400">
                <a:solidFill>
                  <a:schemeClr val="dk1"/>
                </a:solidFill>
              </a:rPr>
              <a:t>Problem Solving</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IN" sz="2400">
                <a:solidFill>
                  <a:schemeClr val="dk1"/>
                </a:solidFill>
              </a:rPr>
              <a:t>Communication</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IN" sz="2400">
                <a:solidFill>
                  <a:schemeClr val="dk1"/>
                </a:solidFill>
              </a:rPr>
              <a:t>Time Management</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IN" sz="2400">
                <a:solidFill>
                  <a:schemeClr val="dk1"/>
                </a:solidFill>
              </a:rPr>
              <a:t>Presentation</a:t>
            </a:r>
            <a:endParaRPr sz="2400">
              <a:solidFill>
                <a:schemeClr val="dk1"/>
              </a:solidFill>
            </a:endParaRPr>
          </a:p>
          <a:p>
            <a:pPr indent="0" lvl="0" marL="0" rtl="0" algn="l">
              <a:spcBef>
                <a:spcPts val="1200"/>
              </a:spcBef>
              <a:spcAft>
                <a:spcPts val="0"/>
              </a:spcAft>
              <a:buNone/>
            </a:pPr>
            <a:r>
              <a:t/>
            </a:r>
            <a:endParaRPr sz="2000">
              <a:solidFill>
                <a:schemeClr val="dk1"/>
              </a:solidFill>
              <a:latin typeface="Twentieth Century"/>
              <a:ea typeface="Twentieth Century"/>
              <a:cs typeface="Twentieth Century"/>
              <a:sym typeface="Twentieth Century"/>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5"/>
          <p:cNvSpPr txBox="1"/>
          <p:nvPr/>
        </p:nvSpPr>
        <p:spPr>
          <a:xfrm>
            <a:off x="0" y="200100"/>
            <a:ext cx="121920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IN" sz="3000">
                <a:solidFill>
                  <a:schemeClr val="dk1"/>
                </a:solidFill>
                <a:latin typeface="Twentieth Century"/>
                <a:ea typeface="Twentieth Century"/>
                <a:cs typeface="Twentieth Century"/>
                <a:sym typeface="Twentieth Century"/>
              </a:rPr>
              <a:t>ACKNOWLEDGEMENTS &amp; REFERENCES </a:t>
            </a:r>
            <a:endParaRPr b="1" sz="3000">
              <a:solidFill>
                <a:schemeClr val="dk1"/>
              </a:solidFill>
              <a:latin typeface="Twentieth Century"/>
              <a:ea typeface="Twentieth Century"/>
              <a:cs typeface="Twentieth Century"/>
              <a:sym typeface="Twentieth Century"/>
            </a:endParaRPr>
          </a:p>
        </p:txBody>
      </p:sp>
      <p:sp>
        <p:nvSpPr>
          <p:cNvPr id="196" name="Google Shape;196;p25"/>
          <p:cNvSpPr txBox="1"/>
          <p:nvPr/>
        </p:nvSpPr>
        <p:spPr>
          <a:xfrm>
            <a:off x="553050" y="1232825"/>
            <a:ext cx="11085900" cy="5099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Clr>
                <a:schemeClr val="dk1"/>
              </a:buClr>
              <a:buSzPts val="1100"/>
              <a:buFont typeface="Arial"/>
              <a:buNone/>
            </a:pPr>
            <a:r>
              <a:rPr b="1" lang="en-IN" sz="2800">
                <a:solidFill>
                  <a:schemeClr val="dk1"/>
                </a:solidFill>
              </a:rPr>
              <a:t>Acknowledgements</a:t>
            </a:r>
            <a:endParaRPr b="1" sz="2800">
              <a:solidFill>
                <a:schemeClr val="dk1"/>
              </a:solidFill>
            </a:endParaRPr>
          </a:p>
          <a:p>
            <a:pPr indent="-381000" lvl="0" marL="457200" rtl="0" algn="l">
              <a:lnSpc>
                <a:spcPct val="115000"/>
              </a:lnSpc>
              <a:spcBef>
                <a:spcPts val="1200"/>
              </a:spcBef>
              <a:spcAft>
                <a:spcPts val="0"/>
              </a:spcAft>
              <a:buClr>
                <a:schemeClr val="dk1"/>
              </a:buClr>
              <a:buSzPts val="2400"/>
              <a:buChar char="●"/>
            </a:pPr>
            <a:r>
              <a:rPr lang="en-IN" sz="2400">
                <a:solidFill>
                  <a:schemeClr val="dk1"/>
                </a:solidFill>
              </a:rPr>
              <a:t>Infosys Springboard Virtual Internship 7.0</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IN" sz="2400">
                <a:solidFill>
                  <a:schemeClr val="dk1"/>
                </a:solidFill>
              </a:rPr>
              <a:t>Ms. Nityasree</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IN" sz="2400">
                <a:solidFill>
                  <a:schemeClr val="dk1"/>
                </a:solidFill>
              </a:rPr>
              <a:t>Kapu Tejaswini</a:t>
            </a:r>
            <a:endParaRPr sz="24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IN" sz="2800">
                <a:solidFill>
                  <a:schemeClr val="dk1"/>
                </a:solidFill>
              </a:rPr>
              <a:t>References</a:t>
            </a:r>
            <a:endParaRPr b="1" sz="2800">
              <a:solidFill>
                <a:schemeClr val="dk1"/>
              </a:solidFill>
            </a:endParaRPr>
          </a:p>
          <a:p>
            <a:pPr indent="-381000" lvl="0" marL="457200" rtl="0" algn="l">
              <a:lnSpc>
                <a:spcPct val="115000"/>
              </a:lnSpc>
              <a:spcBef>
                <a:spcPts val="1200"/>
              </a:spcBef>
              <a:spcAft>
                <a:spcPts val="0"/>
              </a:spcAft>
              <a:buClr>
                <a:schemeClr val="dk1"/>
              </a:buClr>
              <a:buSzPts val="2400"/>
              <a:buChar char="●"/>
            </a:pPr>
            <a:r>
              <a:rPr lang="en-IN" sz="2400">
                <a:solidFill>
                  <a:schemeClr val="dk1"/>
                </a:solidFill>
              </a:rPr>
              <a:t>DataCo Supply Chain Dataset</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IN" sz="2400">
                <a:solidFill>
                  <a:schemeClr val="dk1"/>
                </a:solidFill>
              </a:rPr>
              <a:t>Microsoft Power BI Documentation</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IN" sz="2400">
                <a:solidFill>
                  <a:schemeClr val="dk1"/>
                </a:solidFill>
              </a:rPr>
              <a:t>Microsoft Power Query Documentation</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IN" sz="2400">
                <a:solidFill>
                  <a:schemeClr val="dk1"/>
                </a:solidFill>
              </a:rPr>
              <a:t>Infosys Springboard Learning Materials</a:t>
            </a:r>
            <a:endParaRPr sz="2400">
              <a:solidFill>
                <a:schemeClr val="dk1"/>
              </a:solidFill>
            </a:endParaRPr>
          </a:p>
          <a:p>
            <a:pPr indent="0" lvl="0" marL="0" rtl="0" algn="l">
              <a:spcBef>
                <a:spcPts val="1200"/>
              </a:spcBef>
              <a:spcAft>
                <a:spcPts val="0"/>
              </a:spcAft>
              <a:buNone/>
            </a:pPr>
            <a:r>
              <a:t/>
            </a:r>
            <a:endParaRPr sz="2000">
              <a:solidFill>
                <a:schemeClr val="dk1"/>
              </a:solidFill>
              <a:latin typeface="Twentieth Century"/>
              <a:ea typeface="Twentieth Century"/>
              <a:cs typeface="Twentieth Century"/>
              <a:sym typeface="Twentieth Century"/>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pic>
        <p:nvPicPr>
          <p:cNvPr id="201" name="Google Shape;201;p26"/>
          <p:cNvPicPr preferRelativeResize="0"/>
          <p:nvPr/>
        </p:nvPicPr>
        <p:blipFill rotWithShape="1">
          <a:blip r:embed="rId3">
            <a:alphaModFix/>
          </a:blip>
          <a:srcRect b="0" l="0" r="0" t="0"/>
          <a:stretch/>
        </p:blipFill>
        <p:spPr>
          <a:xfrm>
            <a:off x="0" y="0"/>
            <a:ext cx="12191999" cy="6858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Droplet">
  <a:themeElements>
    <a:clrScheme name="Droplet">
      <a:dk1>
        <a:srgbClr val="000000"/>
      </a:dk1>
      <a:lt1>
        <a:srgbClr val="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